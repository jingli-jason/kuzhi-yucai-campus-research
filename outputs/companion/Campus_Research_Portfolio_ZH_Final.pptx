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c12f18b599496d" /><Relationship Type="http://schemas.openxmlformats.org/officeDocument/2006/relationships/extended-properties" Target="/docProps/app.xml" Id="R27adcc3197564fa6" /><Relationship Type="http://schemas.openxmlformats.org/officeDocument/2006/relationships/officeDocument" Target="/ppt/presentation.xml" Id="Rcf4611f3f25043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a66fd50d04feb"/>
  </p:sldMasterIdLst>
  <p:notesMasterIdLst>
    <p:notesMasterId xmlns:r="http://schemas.openxmlformats.org/officeDocument/2006/relationships" r:id="R92a9969459784618"/>
  </p:notesMasterIdLst>
  <p:sldIdLst>
    <p:sldId xmlns:r="http://schemas.openxmlformats.org/officeDocument/2006/relationships" id="256" r:id="R5b8f5036c2874036"/>
    <p:sldId xmlns:r="http://schemas.openxmlformats.org/officeDocument/2006/relationships" id="257" r:id="R34e62c55c7de4463"/>
    <p:sldId xmlns:r="http://schemas.openxmlformats.org/officeDocument/2006/relationships" id="258" r:id="Rf69cf70cb1214bf5"/>
    <p:sldId xmlns:r="http://schemas.openxmlformats.org/officeDocument/2006/relationships" id="259" r:id="Ra163c8f0fcad4614"/>
    <p:sldId xmlns:r="http://schemas.openxmlformats.org/officeDocument/2006/relationships" id="260" r:id="R14125df9255e4156"/>
    <p:sldId xmlns:r="http://schemas.openxmlformats.org/officeDocument/2006/relationships" id="261" r:id="R405134372bd44f45"/>
    <p:sldId xmlns:r="http://schemas.openxmlformats.org/officeDocument/2006/relationships" id="262" r:id="R9c70c0c56adb4b7e"/>
    <p:sldId xmlns:r="http://schemas.openxmlformats.org/officeDocument/2006/relationships" id="263" r:id="R5655f9b973654c23"/>
    <p:sldId xmlns:r="http://schemas.openxmlformats.org/officeDocument/2006/relationships" id="264" r:id="R7b61a7609fa64148"/>
    <p:sldId xmlns:r="http://schemas.openxmlformats.org/officeDocument/2006/relationships" id="265" r:id="R3c8baa69ff664522"/>
    <p:sldId xmlns:r="http://schemas.openxmlformats.org/officeDocument/2006/relationships" id="266" r:id="R08b8995594c341af"/>
    <p:sldId xmlns:r="http://schemas.openxmlformats.org/officeDocument/2006/relationships" id="267" r:id="R6bcea0019d1447cf"/>
    <p:sldId xmlns:r="http://schemas.openxmlformats.org/officeDocument/2006/relationships" id="268" r:id="Re66385c852a9433a"/>
    <p:sldId xmlns:r="http://schemas.openxmlformats.org/officeDocument/2006/relationships" id="269" r:id="Rc6e194a9b8d34421"/>
    <p:sldId xmlns:r="http://schemas.openxmlformats.org/officeDocument/2006/relationships" id="270" r:id="R9538f12bd4b14cab"/>
    <p:sldId xmlns:r="http://schemas.openxmlformats.org/officeDocument/2006/relationships" id="271" r:id="R72c230278ea944b0"/>
    <p:sldId xmlns:r="http://schemas.openxmlformats.org/officeDocument/2006/relationships" id="272" r:id="R33cc9e0d4970447c"/>
    <p:sldId xmlns:r="http://schemas.openxmlformats.org/officeDocument/2006/relationships" id="273" r:id="R0a9b064780164716"/>
    <p:sldId xmlns:r="http://schemas.openxmlformats.org/officeDocument/2006/relationships" id="274" r:id="R9a2e8b900c124959"/>
    <p:sldId xmlns:r="http://schemas.openxmlformats.org/officeDocument/2006/relationships" id="275" r:id="Rbf7734a98c414600"/>
    <p:sldId xmlns:r="http://schemas.openxmlformats.org/officeDocument/2006/relationships" id="276" r:id="Refe16e52a5be4176"/>
    <p:sldId xmlns:r="http://schemas.openxmlformats.org/officeDocument/2006/relationships" id="277" r:id="R7576b326b9324370"/>
    <p:sldId xmlns:r="http://schemas.openxmlformats.org/officeDocument/2006/relationships" id="278" r:id="R927d0751e5b347c2"/>
    <p:sldId xmlns:r="http://schemas.openxmlformats.org/officeDocument/2006/relationships" id="279" r:id="R283641ad66e144f9"/>
  </p:sldIdLst>
  <p:sldSz cx="10692000" cy="756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491ee615d43ed" /><Relationship Type="http://schemas.openxmlformats.org/officeDocument/2006/relationships/slideMaster" Target="/ppt/slideMasters/slideMaster1.xml" Id="Rba5a66fd50d04feb" /><Relationship Type="http://schemas.openxmlformats.org/officeDocument/2006/relationships/notesMaster" Target="/ppt/notesMasters/notesMaster1.xml" Id="R92a9969459784618" /><Relationship Type="http://schemas.openxmlformats.org/officeDocument/2006/relationships/presProps" Target="/ppt/presProps.xml" Id="R82228a6c0f9243f7" /><Relationship Type="http://schemas.openxmlformats.org/officeDocument/2006/relationships/tableStyles" Target="/ppt/tableStyles.xml" Id="Ra772ecfc5f7f4491" /><Relationship Type="http://schemas.openxmlformats.org/officeDocument/2006/relationships/slide" Target="/ppt/slides/slide1.xml" Id="R5b8f5036c2874036" /><Relationship Type="http://schemas.openxmlformats.org/officeDocument/2006/relationships/slide" Target="/ppt/slides/slide2.xml" Id="R34e62c55c7de4463" /><Relationship Type="http://schemas.openxmlformats.org/officeDocument/2006/relationships/slide" Target="/ppt/slides/slide3.xml" Id="Rf69cf70cb1214bf5" /><Relationship Type="http://schemas.openxmlformats.org/officeDocument/2006/relationships/slide" Target="/ppt/slides/slide4.xml" Id="Ra163c8f0fcad4614" /><Relationship Type="http://schemas.openxmlformats.org/officeDocument/2006/relationships/slide" Target="/ppt/slides/slide5.xml" Id="R14125df9255e4156" /><Relationship Type="http://schemas.openxmlformats.org/officeDocument/2006/relationships/slide" Target="/ppt/slides/slide6.xml" Id="R405134372bd44f45" /><Relationship Type="http://schemas.openxmlformats.org/officeDocument/2006/relationships/slide" Target="/ppt/slides/slide7.xml" Id="R9c70c0c56adb4b7e" /><Relationship Type="http://schemas.openxmlformats.org/officeDocument/2006/relationships/slide" Target="/ppt/slides/slide8.xml" Id="R5655f9b973654c23" /><Relationship Type="http://schemas.openxmlformats.org/officeDocument/2006/relationships/slide" Target="/ppt/slides/slide9.xml" Id="R7b61a7609fa64148" /><Relationship Type="http://schemas.openxmlformats.org/officeDocument/2006/relationships/slide" Target="/ppt/slides/slide10.xml" Id="R3c8baa69ff664522" /><Relationship Type="http://schemas.openxmlformats.org/officeDocument/2006/relationships/slide" Target="/ppt/slides/slide11.xml" Id="R08b8995594c341af" /><Relationship Type="http://schemas.openxmlformats.org/officeDocument/2006/relationships/slide" Target="/ppt/slides/slide12.xml" Id="R6bcea0019d1447cf" /><Relationship Type="http://schemas.openxmlformats.org/officeDocument/2006/relationships/slide" Target="/ppt/slides/slide13.xml" Id="Re66385c852a9433a" /><Relationship Type="http://schemas.openxmlformats.org/officeDocument/2006/relationships/slide" Target="/ppt/slides/slide14.xml" Id="Rc6e194a9b8d34421" /><Relationship Type="http://schemas.openxmlformats.org/officeDocument/2006/relationships/slide" Target="/ppt/slides/slide15.xml" Id="R9538f12bd4b14cab" /><Relationship Type="http://schemas.openxmlformats.org/officeDocument/2006/relationships/slide" Target="/ppt/slides/slide16.xml" Id="R72c230278ea944b0" /><Relationship Type="http://schemas.openxmlformats.org/officeDocument/2006/relationships/slide" Target="/ppt/slides/slide17.xml" Id="R33cc9e0d4970447c" /><Relationship Type="http://schemas.openxmlformats.org/officeDocument/2006/relationships/slide" Target="/ppt/slides/slide18.xml" Id="R0a9b064780164716" /><Relationship Type="http://schemas.openxmlformats.org/officeDocument/2006/relationships/slide" Target="/ppt/slides/slide19.xml" Id="R9a2e8b900c124959" /><Relationship Type="http://schemas.openxmlformats.org/officeDocument/2006/relationships/slide" Target="/ppt/slides/slide20.xml" Id="Rbf7734a98c414600" /><Relationship Type="http://schemas.openxmlformats.org/officeDocument/2006/relationships/slide" Target="/ppt/slides/slide21.xml" Id="Refe16e52a5be4176" /><Relationship Type="http://schemas.openxmlformats.org/officeDocument/2006/relationships/slide" Target="/ppt/slides/slide22.xml" Id="R7576b326b9324370" /><Relationship Type="http://schemas.openxmlformats.org/officeDocument/2006/relationships/slide" Target="/ppt/slides/slide23.xml" Id="R927d0751e5b347c2" /><Relationship Type="http://schemas.openxmlformats.org/officeDocument/2006/relationships/slide" Target="/ppt/slides/slide24.xml" Id="R283641ad66e144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53bfde9a047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284100f30a43dd" /><Relationship Type="http://schemas.openxmlformats.org/officeDocument/2006/relationships/notesMaster" Target="/ppt/notesMasters/notesMaster1.xml" Id="Rc535b8bb168c47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63014244a54862" /><Relationship Type="http://schemas.openxmlformats.org/officeDocument/2006/relationships/notesMaster" Target="/ppt/notesMasters/notesMaster1.xml" Id="R65d0ca11232d46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3b5f5f84d844f8" /><Relationship Type="http://schemas.openxmlformats.org/officeDocument/2006/relationships/notesMaster" Target="/ppt/notesMasters/notesMaster1.xml" Id="Rf9075dd4bf5d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94834959c4bbd" /><Relationship Type="http://schemas.openxmlformats.org/officeDocument/2006/relationships/notesMaster" Target="/ppt/notesMasters/notesMaster1.xml" Id="R481364232c0c49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85d9fc2d194214" /><Relationship Type="http://schemas.openxmlformats.org/officeDocument/2006/relationships/notesMaster" Target="/ppt/notesMasters/notesMaster1.xml" Id="Rfc35b971411149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91416f1164e1c" /><Relationship Type="http://schemas.openxmlformats.org/officeDocument/2006/relationships/notesMaster" Target="/ppt/notesMasters/notesMaster1.xml" Id="R5efa0f02c99845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231a07ebfa46be" /><Relationship Type="http://schemas.openxmlformats.org/officeDocument/2006/relationships/notesMaster" Target="/ppt/notesMasters/notesMaster1.xml" Id="R8e5005b5ff05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7c4efb030c4617" /><Relationship Type="http://schemas.openxmlformats.org/officeDocument/2006/relationships/notesMaster" Target="/ppt/notesMasters/notesMaster1.xml" Id="Raf198ee25ac944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58cc2dbb0a4a50" /><Relationship Type="http://schemas.openxmlformats.org/officeDocument/2006/relationships/notesMaster" Target="/ppt/notesMasters/notesMaster1.xml" Id="Rdf4fb007e33340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7ca151c96c4f9d" /><Relationship Type="http://schemas.openxmlformats.org/officeDocument/2006/relationships/notesMaster" Target="/ppt/notesMasters/notesMaster1.xml" Id="R8d868963b6ab49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0ede9940514ceb" /><Relationship Type="http://schemas.openxmlformats.org/officeDocument/2006/relationships/notesMaster" Target="/ppt/notesMasters/notesMaster1.xml" Id="R4d2dfbb71d7744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9524f9929c486f" /><Relationship Type="http://schemas.openxmlformats.org/officeDocument/2006/relationships/notesMaster" Target="/ppt/notesMasters/notesMaster1.xml" Id="R20a3c3066b7849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7ff7502caa4fc4" /><Relationship Type="http://schemas.openxmlformats.org/officeDocument/2006/relationships/notesMaster" Target="/ppt/notesMasters/notesMaster1.xml" Id="R8beff01326164c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0a9d6f71a94e3d" /><Relationship Type="http://schemas.openxmlformats.org/officeDocument/2006/relationships/notesMaster" Target="/ppt/notesMasters/notesMaster1.xml" Id="R8cb343f910d14c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414d7cedc134bb9" /><Relationship Type="http://schemas.openxmlformats.org/officeDocument/2006/relationships/notesMaster" Target="/ppt/notesMasters/notesMaster1.xml" Id="Rdde89d757c5145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0209ba09834e14" /><Relationship Type="http://schemas.openxmlformats.org/officeDocument/2006/relationships/notesMaster" Target="/ppt/notesMasters/notesMaster1.xml" Id="R77747d7493f047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6e87fcb8e04631" /><Relationship Type="http://schemas.openxmlformats.org/officeDocument/2006/relationships/notesMaster" Target="/ppt/notesMasters/notesMaster1.xml" Id="R5922c43894ee42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2b3600e6554fe5" /><Relationship Type="http://schemas.openxmlformats.org/officeDocument/2006/relationships/notesMaster" Target="/ppt/notesMasters/notesMaster1.xml" Id="R9c6385f4212a44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d993760b524d9c" /><Relationship Type="http://schemas.openxmlformats.org/officeDocument/2006/relationships/notesMaster" Target="/ppt/notesMasters/notesMaster1.xml" Id="R95546632696848d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daf75da79e4166" /><Relationship Type="http://schemas.openxmlformats.org/officeDocument/2006/relationships/notesMaster" Target="/ppt/notesMasters/notesMaster1.xml" Id="R217806743dff49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0d02ea5e0af4d0a" /><Relationship Type="http://schemas.openxmlformats.org/officeDocument/2006/relationships/notesMaster" Target="/ppt/notesMasters/notesMaster1.xml" Id="R0c6dde0d883145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ab0d664933b4c9d" /><Relationship Type="http://schemas.openxmlformats.org/officeDocument/2006/relationships/notesMaster" Target="/ppt/notesMasters/notesMaster1.xml" Id="R79b38b6f6ba44c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8dd1311d824cb2" /><Relationship Type="http://schemas.openxmlformats.org/officeDocument/2006/relationships/notesMaster" Target="/ppt/notesMasters/notesMaster1.xml" Id="R7f8fc3e86f6d49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a87ccd90ce14e92" /><Relationship Type="http://schemas.openxmlformats.org/officeDocument/2006/relationships/notesMaster" Target="/ppt/notesMasters/notesMaster1.xml" Id="Rf3b316165d844d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Regional administrative boundaries: Alibaba Cloud DataV GeoAtlas, https://geo.datav.aliyun.com/areas_v3/bound/430000_full.json and https://geo.datav.aliyun.com/areas_v3/bound/431000_full.json. Campus location and local map: site survey GIS. Retrieved 2026-10-12.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苦志育才公益学校。2026年9月实地调研与访谈；校园设计。参考文献：Barrett等（2015）；Adams等（2009）。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c7c36e25345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dd7049d454e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22fa7bc5341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57165b19c4a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da597eb194b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f93d17470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2EBF0D-7D20-497E-AAF7-6CC2AD7C18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2856000"/>
            <a:ext cx="8553600" cy="109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E1920D-4AE1-4242-A907-B776F5220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00" y="4158000"/>
            <a:ext cx="7484400" cy="8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4E7650-4C4D-4603-9275-BB3038F2A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3150000"/>
            <a:ext cx="8553600" cy="12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0F821-E525-4D6D-8D0A-3EEC9CE3F2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3C0B1F-927F-43B8-87A5-C43C1A9ED2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94891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D078ED-654C-447C-BB1A-F88EB0CF5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D43B71-F9E0-4AB6-97BE-0E9FB1F6E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ED4241-2621-491B-8E0D-5C47F85397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1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3AAC9A-505A-4C19-8C6E-AAC68A9F9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588000"/>
            <a:ext cx="9489150" cy="9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C2340A-7DBE-4CFB-ACF1-C45D442E91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2100000"/>
            <a:ext cx="4410450" cy="47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2b44d59ae04a7d" /><Relationship Type="http://schemas.openxmlformats.org/officeDocument/2006/relationships/slideLayout" Target="/ppt/slideLayouts/slideLayout1.xml" Id="Rdf19e80328694c63" /><Relationship Type="http://schemas.openxmlformats.org/officeDocument/2006/relationships/slideLayout" Target="/ppt/slideLayouts/slideLayout2.xml" Id="Rf0c2fb7033b84937" /><Relationship Type="http://schemas.openxmlformats.org/officeDocument/2006/relationships/slideLayout" Target="/ppt/slideLayouts/slideLayout3.xml" Id="Redfb730032c44f1a" /><Relationship Type="http://schemas.openxmlformats.org/officeDocument/2006/relationships/slideLayout" Target="/ppt/slideLayouts/slideLayout4.xml" Id="Rc2bdcd5362754897" /><Relationship Type="http://schemas.openxmlformats.org/officeDocument/2006/relationships/slideLayout" Target="/ppt/slideLayouts/slideLayout5.xml" Id="R1ec6639b55da4354" /><Relationship Type="http://schemas.openxmlformats.org/officeDocument/2006/relationships/slideLayout" Target="/ppt/slideLayouts/slideLayout6.xml" Id="Ra487ef577a504b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9e80328694c63"/>
    <p:sldLayoutId xmlns:r="http://schemas.openxmlformats.org/officeDocument/2006/relationships" id="2147483650" r:id="Rf0c2fb7033b84937"/>
    <p:sldLayoutId xmlns:r="http://schemas.openxmlformats.org/officeDocument/2006/relationships" id="2147483651" r:id="Redfb730032c44f1a"/>
    <p:sldLayoutId xmlns:r="http://schemas.openxmlformats.org/officeDocument/2006/relationships" id="2147483652" r:id="Rc2bdcd5362754897"/>
    <p:sldLayoutId xmlns:r="http://schemas.openxmlformats.org/officeDocument/2006/relationships" id="2147483653" r:id="R1ec6639b55da4354"/>
    <p:sldLayoutId xmlns:r="http://schemas.openxmlformats.org/officeDocument/2006/relationships" id="2147483654" r:id="Ra487ef577a504b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1ad6012d8a4692" /><Relationship Type="http://schemas.openxmlformats.org/officeDocument/2006/relationships/image" Target="/ppt/media/image.png" Id="R9343c398c045426d" /><Relationship Type="http://schemas.openxmlformats.org/officeDocument/2006/relationships/image" Target="/ppt/media/image2.png" Id="Rc92b4653929d404e" /><Relationship Type="http://schemas.openxmlformats.org/officeDocument/2006/relationships/notesSlide" Target="/ppt/notesSlides/notesSlide1.xml" Id="R4cbd84cca7a848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8fc6ee2074817" /><Relationship Type="http://schemas.openxmlformats.org/officeDocument/2006/relationships/notesSlide" Target="/ppt/notesSlides/notesSlide2.xml" Id="Rd3910093282e42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66cf07b2d4967" /><Relationship Type="http://schemas.openxmlformats.org/officeDocument/2006/relationships/notesSlide" Target="/ppt/notesSlides/notesSlide3.xml" Id="R2c637075d66848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d1a3c22ee4064" /><Relationship Type="http://schemas.openxmlformats.org/officeDocument/2006/relationships/notesSlide" Target="/ppt/notesSlides/notesSlide4.xml" Id="R7f13fc23cf37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1af0eca7cd47a4" /><Relationship Type="http://schemas.openxmlformats.org/officeDocument/2006/relationships/notesSlide" Target="/ppt/notesSlides/notesSlide5.xml" Id="R44cac53458f749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d8903fc034f48" /><Relationship Type="http://schemas.openxmlformats.org/officeDocument/2006/relationships/chart" Target="/ppt/slides/charts/chart1.xml" Id="R40f38fd23a344e4f" /><Relationship Type="http://schemas.openxmlformats.org/officeDocument/2006/relationships/chart" Target="/ppt/slides/charts/chart2.xml" Id="R72d194308fb24488" /><Relationship Type="http://schemas.openxmlformats.org/officeDocument/2006/relationships/chart" Target="/ppt/slides/charts/chart3.xml" Id="R0c8cad0488bf49f3" /><Relationship Type="http://schemas.openxmlformats.org/officeDocument/2006/relationships/notesSlide" Target="/ppt/notesSlides/notesSlide6.xml" Id="R04f1bbb2a85243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dd21c0bfe444f" /><Relationship Type="http://schemas.openxmlformats.org/officeDocument/2006/relationships/notesSlide" Target="/ppt/notesSlides/notesSlide7.xml" Id="R445ac3b9ff2443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5957e3494a45ab" /><Relationship Type="http://schemas.openxmlformats.org/officeDocument/2006/relationships/notesSlide" Target="/ppt/notesSlides/notesSlide8.xml" Id="R9b0edbd3cbc04c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ab45e3b0342af" /><Relationship Type="http://schemas.openxmlformats.org/officeDocument/2006/relationships/image" Target="/ppt/media/image3.png" Id="R0de0f1c1dff44513" /><Relationship Type="http://schemas.openxmlformats.org/officeDocument/2006/relationships/notesSlide" Target="/ppt/notesSlides/notesSlide9.xml" Id="R7dd55cf0c37243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0f69e3af344ede" /><Relationship Type="http://schemas.openxmlformats.org/officeDocument/2006/relationships/notesSlide" Target="/ppt/notesSlides/notesSlide10.xml" Id="R8e8ee9ed404943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2bc50b7734102" /><Relationship Type="http://schemas.openxmlformats.org/officeDocument/2006/relationships/image" Target="/ppt/media/image4.png" Id="Rd01b372f7c2a444a" /><Relationship Type="http://schemas.openxmlformats.org/officeDocument/2006/relationships/notesSlide" Target="/ppt/notesSlides/notesSlide11.xml" Id="R05be0ecd517d41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9220a71924686" /><Relationship Type="http://schemas.openxmlformats.org/officeDocument/2006/relationships/notesSlide" Target="/ppt/notesSlides/notesSlide12.xml" Id="R146493e3039e48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d7f525133426b" /><Relationship Type="http://schemas.openxmlformats.org/officeDocument/2006/relationships/notesSlide" Target="/ppt/notesSlides/notesSlide13.xml" Id="Rab04a2e8cccb4d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3c0c6cf1140b1" /><Relationship Type="http://schemas.openxmlformats.org/officeDocument/2006/relationships/image" Target="/ppt/media/image5.png" Id="R4e5ea2bf384948cf" /><Relationship Type="http://schemas.openxmlformats.org/officeDocument/2006/relationships/image" Target="/ppt/media/image6.png" Id="R061a66403b144833" /><Relationship Type="http://schemas.openxmlformats.org/officeDocument/2006/relationships/image" Target="/ppt/media/image7.png" Id="R97bbfa4006724d7f" /><Relationship Type="http://schemas.openxmlformats.org/officeDocument/2006/relationships/image" Target="/ppt/media/image8.png" Id="R00d56a50135044b0" /><Relationship Type="http://schemas.openxmlformats.org/officeDocument/2006/relationships/notesSlide" Target="/ppt/notesSlides/notesSlide14.xml" Id="Ra0ff0e0eeeb241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25298aaac549ce" /><Relationship Type="http://schemas.openxmlformats.org/officeDocument/2006/relationships/image" Target="/ppt/media/image9.png" Id="Rce035b399bb54432" /><Relationship Type="http://schemas.openxmlformats.org/officeDocument/2006/relationships/notesSlide" Target="/ppt/notesSlides/notesSlide15.xml" Id="R5b44a9d9a2d54c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bb2aba558489e" /><Relationship Type="http://schemas.openxmlformats.org/officeDocument/2006/relationships/image" Target="/ppt/media/image10.png" Id="R6c8defcaa8414958" /><Relationship Type="http://schemas.openxmlformats.org/officeDocument/2006/relationships/notesSlide" Target="/ppt/notesSlides/notesSlide16.xml" Id="R3b4de2a6bb0044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06c92baa1458c" /><Relationship Type="http://schemas.openxmlformats.org/officeDocument/2006/relationships/image" Target="/ppt/media/image11.png" Id="R164f6454d1cc4fff" /><Relationship Type="http://schemas.openxmlformats.org/officeDocument/2006/relationships/notesSlide" Target="/ppt/notesSlides/notesSlide17.xml" Id="Ra21a79260c124c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1a67186144b2c" /><Relationship Type="http://schemas.openxmlformats.org/officeDocument/2006/relationships/image" Target="/ppt/media/image12.png" Id="R6d1a2640f10e4d0a" /><Relationship Type="http://schemas.openxmlformats.org/officeDocument/2006/relationships/image" Target="/ppt/media/image13.png" Id="Rd67f83f1acde41d1" /><Relationship Type="http://schemas.openxmlformats.org/officeDocument/2006/relationships/notesSlide" Target="/ppt/notesSlides/notesSlide18.xml" Id="Rfcfc1423838049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a6aec299647eb" /><Relationship Type="http://schemas.openxmlformats.org/officeDocument/2006/relationships/notesSlide" Target="/ppt/notesSlides/notesSlide19.xml" Id="R3ec0963280b04c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bef8dc3644d02" /><Relationship Type="http://schemas.openxmlformats.org/officeDocument/2006/relationships/image" Target="/ppt/media/image14.png" Id="R7dea0c61259a4501" /><Relationship Type="http://schemas.openxmlformats.org/officeDocument/2006/relationships/image" Target="/ppt/media/image15.png" Id="Rbb124269d8e5476a" /><Relationship Type="http://schemas.openxmlformats.org/officeDocument/2006/relationships/notesSlide" Target="/ppt/notesSlides/notesSlide20.xml" Id="Ra64f538cd74c467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b37c256d004e50" /><Relationship Type="http://schemas.openxmlformats.org/officeDocument/2006/relationships/image" Target="/ppt/media/image16.png" Id="R5404bfeed8694c4a" /><Relationship Type="http://schemas.openxmlformats.org/officeDocument/2006/relationships/image" Target="/ppt/media/image17.png" Id="Rdcaf6906fd2b4f03" /><Relationship Type="http://schemas.openxmlformats.org/officeDocument/2006/relationships/notesSlide" Target="/ppt/notesSlides/notesSlide21.xml" Id="Rabba34a8487f43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c627ccaca4c95" /><Relationship Type="http://schemas.openxmlformats.org/officeDocument/2006/relationships/image" Target="/ppt/media/image18.png" Id="Rd4fd81ffdd994a93" /><Relationship Type="http://schemas.openxmlformats.org/officeDocument/2006/relationships/notesSlide" Target="/ppt/notesSlides/notesSlide22.xml" Id="R62b74a57492741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579625df041ee" /><Relationship Type="http://schemas.openxmlformats.org/officeDocument/2006/relationships/image" Target="/ppt/media/image19.png" Id="R5a56aa486b1a4717" /><Relationship Type="http://schemas.openxmlformats.org/officeDocument/2006/relationships/notesSlide" Target="/ppt/notesSlides/notesSlide23.xml" Id="R719b45b722e248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4e8e1ec0ea4582" /><Relationship Type="http://schemas.openxmlformats.org/officeDocument/2006/relationships/notesSlide" Target="/ppt/notesSlides/notesSlide24.xml" Id="Rda64df32c8c7414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出现次数</c:v>
          </c:tx>
          <c:spPr>
            <a:solidFill xmlns:a="http://schemas.openxmlformats.org/drawingml/2006/main">
              <a:srgbClr val="345A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BC7BC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BBC7BC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BBC7BC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BBC7BC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345A60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Data'!$A$2:$A$9</c:f>
              <c:strCache>
                <c:ptCount val="8"/>
                <c:pt idx="0">
                  <c:v>空间</c:v>
                </c:pt>
                <c:pt idx="1">
                  <c:v>玩耍</c:v>
                </c:pt>
                <c:pt idx="2">
                  <c:v>厕所</c:v>
                </c:pt>
                <c:pt idx="3">
                  <c:v>校医室</c:v>
                </c:pt>
                <c:pt idx="4">
                  <c:v>操场</c:v>
                </c:pt>
                <c:pt idx="5">
                  <c:v>教学楼</c:v>
                </c:pt>
                <c:pt idx="6">
                  <c:v>资金</c:v>
                </c:pt>
                <c:pt idx="7">
                  <c:v>教室</c:v>
                </c:pt>
              </c:strCache>
            </c:strRef>
          </c:cat>
          <c:val>
            <c:numRef>
              <c:f>'Chart Data'!$B$2:$B$9</c:f>
              <c:numCache>
                <c:formatCode>0</c:formatCode>
                <c:ptCount val="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7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252D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维度均值</c:v>
          </c:tx>
          <c:spPr>
            <a:solidFill xmlns:a="http://schemas.openxmlformats.org/drawingml/2006/main">
              <a:srgbClr val="345A60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345A60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345A60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81968A"/>
              </a:solidFill>
              <a:ln xmlns:a="http://schemas.openxmlformats.org/drawingml/2006/main" w="0">
                <a:noFill/>
                <a:prstDash val="solid"/>
              </a:ln>
            </c:spPr>
          </c:dPt>
          <c:cat>
            <c:strRef>
              <c:f>'Chart Data'!$A$2:$A$6</c:f>
              <c:strCache>
                <c:ptCount val="5"/>
                <c:pt idx="0">
                  <c:v>空间联结</c:v>
                </c:pt>
                <c:pt idx="1">
                  <c:v>照护支持</c:v>
                </c:pt>
                <c:pt idx="2">
                  <c:v>活动支持</c:v>
                </c:pt>
                <c:pt idx="3">
                  <c:v>舒适性</c:v>
                </c:pt>
                <c:pt idx="4">
                  <c:v>基础安全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3</c:v>
                </c:pt>
                <c:pt idx="1">
                  <c:v>3.83</c:v>
                </c:pt>
                <c:pt idx="2">
                  <c:v>2.71</c:v>
                </c:pt>
                <c:pt idx="3">
                  <c:v>3.44</c:v>
                </c:pt>
                <c:pt idx="4">
                  <c:v>3.75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252D2C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E0E6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学习</c:v>
          </c:tx>
          <c:spPr>
            <a:solidFill xmlns:a="http://schemas.openxmlformats.org/drawingml/2006/main">
              <a:srgbClr val="345A60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Data'!$A$2:$A$2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390</c:v>
                </c:pt>
              </c:numCache>
            </c:numRef>
          </c:val>
        </c:ser>
        <c:ser>
          <c:idx val="1"/>
          <c:order val="1"/>
          <c:tx>
            <c:v>就餐</c:v>
          </c:tx>
          <c:spPr>
            <a:solidFill xmlns:a="http://schemas.openxmlformats.org/drawingml/2006/main">
              <a:srgbClr val="81968A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Data'!$C$2:$C$2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160</c:v>
                </c:pt>
              </c:numCache>
            </c:numRef>
          </c:val>
        </c:ser>
        <c:ser>
          <c:idx val="2"/>
          <c:order val="2"/>
          <c:tx>
            <c:v>活动</c:v>
          </c:tx>
          <c:spPr>
            <a:solidFill xmlns:a="http://schemas.openxmlformats.org/drawingml/2006/main">
              <a:srgbClr val="687F72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Data'!$E$2:$E$2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Data'!$F$2:$F$2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</c:ser>
        <c:ser>
          <c:idx val="3"/>
          <c:order val="3"/>
          <c:tx>
            <c:v>午休</c:v>
          </c:tx>
          <c:spPr>
            <a:solidFill xmlns:a="http://schemas.openxmlformats.org/drawingml/2006/main">
              <a:srgbClr val="ABBBA8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Data'!$G$2:$G$2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Data'!$H$2:$H$2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ser>
          <c:idx val="4"/>
          <c:order val="4"/>
          <c:tx>
            <c:v>眼保健操</c:v>
          </c:tx>
          <c:spPr>
            <a:solidFill xmlns:a="http://schemas.openxmlformats.org/drawingml/2006/main">
              <a:srgbClr val="B5C3B8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Data'!$I$2:$I$2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Data'!$J$2:$J$2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</c:ser>
        <c:ser>
          <c:idx val="5"/>
          <c:order val="5"/>
          <c:tx>
            <c:v>间隙</c:v>
          </c:tx>
          <c:spPr>
            <a:solidFill xmlns:a="http://schemas.openxmlformats.org/drawingml/2006/main">
              <a:srgbClr val="D9DDD4"/>
            </a:solidFill>
            <a:ln xmlns:a="http://schemas.openxmlformats.org/drawingml/2006/main" w="0">
              <a:noFill/>
              <a:prstDash val="solid"/>
            </a:ln>
          </c:spPr>
          <c:invertIfNegative val="0"/>
          <c:cat>
            <c:strRef>
              <c:f>'Chart Data'!$K$2:$K$2</c:f>
              <c:strCache>
                <c:ptCount val="1"/>
                <c:pt idx="0">
                  <c:v>每日分钟数</c:v>
                </c:pt>
              </c:strCache>
            </c:strRef>
          </c:cat>
          <c:val>
            <c:numRef>
              <c:f>'Chart Data'!$L$2:$L$2</c:f>
              <c:numCache>
                <c:formatCode>General</c:formatCode>
                <c:ptCount val="1"/>
                <c:pt idx="0">
                  <c:v>120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70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52D2C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46A17DE-B9A1-4694-B855-7E83CF5C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5DD0B21-7E58-4CF8-A5EE-3DE6EDFD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62EBE93-4D35-47E8-A467-AA64CB4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 +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9D772-13FF-44EB-B74E-C1BE7CAF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907318B-6130-4AAC-8732-23630C6B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E141B-1ACA-41B0-BD76-7527B677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213CFB5-D1F6-4F97-B351-2E9A1B54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51134F1-3269-4E60-A7AA-BCB4567D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80D0ECD-A4CE-40FA-B6FF-D4896E73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0000"/>
            <a:ext cx="3746500" cy="269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4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桂阳县苦志育才公益学校调研与校园设计方案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3983244-AA6C-4416-89FB-64B45FE9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3800"/>
            <a:ext cx="3619500" cy="252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从日常生活理解一所学校。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DD276E1-607A-42A6-8B1D-BD7F9A6D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13100"/>
            <a:ext cx="37465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现场调研  /  2026年9月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512512E-9143-4985-BCB1-4FBE5312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54400"/>
            <a:ext cx="37465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A4横向版  /  中文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538A4-40A3-47C6-AC65-33711D55E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c398c045426d"/>
          <a:stretch xmlns:a="http://schemas.openxmlformats.org/drawingml/2006/main"/>
        </p:blipFill>
        <p:spPr>
          <a:xfrm xmlns:a="http://schemas.openxmlformats.org/drawingml/2006/main">
            <a:off x="4223753" y="1066800"/>
            <a:ext cx="6157495" cy="4178300"/>
          </a:xfrm>
          <a:prstGeom xmlns:a="http://schemas.openxmlformats.org/drawingml/2006/main" prst="rect">
            <a:avLst/>
          </a:prstGeom>
        </p:spPr>
      </p:pic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76F7673-D272-41F7-8AFA-3B5A14C7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52900"/>
            <a:ext cx="38100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让校园支持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6FFEF46-B4E3-46B6-A33D-2A036769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95800"/>
            <a:ext cx="38100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每一天的生活。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E0B3433-DDBF-4102-9CB3-52988E88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67300"/>
            <a:ext cx="36195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相互连接的学习空间，熟悉的支持，以及选择的余地。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1414ACE-E952-44B6-AAA0-1A55D920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57900"/>
            <a:ext cx="36195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B2DC45C-D045-4804-9325-82888BD7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0000"/>
            <a:ext cx="36195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苦志育才公益学校</a:t>
            </a:r>
          </a:p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湖南省桂阳县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DA6EB-80D5-470E-8753-6AFA77E63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b4653929d404e"/>
          <a:stretch xmlns:a="http://schemas.openxmlformats.org/drawingml/2006/main"/>
        </p:blipFill>
        <p:spPr>
          <a:xfrm xmlns:a="http://schemas.openxmlformats.org/drawingml/2006/main">
            <a:off x="5705308" y="4787900"/>
            <a:ext cx="3181684" cy="215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613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7EF158-F891-4AC4-A34D-9B05E73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BF31B4F-104F-40E1-99B2-8A4FFE4B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877A9DA-9124-4A29-B110-BBAF1C3E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B0D7D-102F-4CA9-ACF7-9CE42B0F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7426289-E32D-4C72-9599-C42951F2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研究概览与研究问题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8EC4A-E75A-4E66-8EEC-DA9B9EFA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BCA7813-C96F-4F2B-8FF2-C9A00284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8038741-D67D-44CF-817E-FA6D5E47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D5DA922-E4ED-4667-9475-48EAA4E6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93800"/>
            <a:ext cx="4902200" cy="106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生活延续在课间、用餐前后，以及孩子需要陪伴和帮助的日常时刻。本研究以湖南省桂阳县苦志育才公益学校为对象，通过问卷、访谈、环境审计、活动观察与空间分析，考察教学、户外活动和照护设施之间的关系，并将调研发现转化为校园设计，让日常照顾更贴近孩子实际使用的场所。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5B917D9-5D41-4456-8BE3-0D0EF8B4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65375"/>
            <a:ext cx="4902200" cy="106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问卷反馈集中于教室和操场。环境审计呈现出不同空间条件之间的差异：活动支持的维度均值最低，为2.71分，小组活动场所和可移动家具尤其薄弱；厕所、洗手设施和等候空间也需要改善。词频分析突出了教室与资金两个主题，访谈则进一步反映出共享空间的使用与师资、持续捐助及日常陪伴之间的联系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7EFD40F-B7E2-49FC-93AC-D0778970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36950"/>
            <a:ext cx="4902200" cy="106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方案以有顶通道连接教学翼部，将共享活动、卫生设施和成人支持布置在熟悉的日常路径旁。庭院边缘容纳交谈、安静阅读与自由活动。现有校园先改善洗手设施、地面、座位和储物，长期建设再统筹建筑与户外场地。研究认为，照顾型校园的质量来自适用的空间、稳定的日常安排，以及需要时能够找到的人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7261A58-27A5-41A5-8295-D9CC5089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1206500"/>
            <a:ext cx="457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分析框架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DFF07C6-7377-4165-BB15-9D13B3DD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1612900"/>
            <a:ext cx="381000" cy="318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6231133-85E9-4422-8E14-485D9D20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16129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到达所需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89A5854-C445-45C8-9B4C-249A985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19177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通过熟悉的路线连接教学、厕所和洗手点。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AE9F846-A7AF-440A-AD5B-1BF83EBF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2679700"/>
            <a:ext cx="381000" cy="318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26796C6-C8AF-4035-A94B-E70B7CB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26797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找到支持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1DE45C5-D0BB-4F4F-A3A4-A184B2B7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29845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接待、等候和成人帮助靠近日常生活。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0B0DEF1-A084-43E2-B28D-95103863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3746500"/>
            <a:ext cx="381000" cy="318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122F695-0FB5-4CE9-B98C-845D7D9B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37465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选择场所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C38BB30-DBD7-4C30-A7DD-C8C35BBD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4900" y="4051300"/>
            <a:ext cx="4064000" cy="20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集体活动、小组交流和安静时刻各有去处。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CA2F7BA-20FF-431A-AFBD-8AAE596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4851400"/>
            <a:ext cx="4572000" cy="15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49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图1  日常到达、邻近支持与活动选择。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BB2504C-9A7B-4343-8F95-07CB89A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5245100"/>
            <a:ext cx="44450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项目阅读顺序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7E5705F-4547-4D47-A7D2-FC8FD71F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5524500"/>
            <a:ext cx="444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I   实地研究 / 03–11</a:t>
            </a:r>
          </a:p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II  证据与资料 / 11–13</a:t>
            </a:r>
          </a:p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III 设计作品集 / 14–24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9028F2D-3C9A-4E0B-9650-B1EDD46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300" y="6350000"/>
            <a:ext cx="4572000" cy="18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44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关键词：学校设计；日常照顾；活动场所；环境审计；乡村校园。</a:t>
            </a:r>
          </a:p>
        </p:txBody>
      </p:sp>
    </p:spTree>
    <p:extLst>
      <p:ext uri="{BB962C8B-B14F-4D97-AF65-F5344CB8AC3E}">
        <p14:creationId xmlns:p14="http://schemas.microsoft.com/office/powerpoint/2010/main" val="851455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DB8ADE5-F719-4587-8E04-7D08328F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C6EB138-1E13-46CB-9798-4462F776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559EE5B-A81B-480C-AF6C-91BD248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F7E7C-C810-4232-95A4-92E67BA9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9EB8085-2FF4-4B2D-BCC0-B1C15466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学校生活与调研方法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39977-B5FC-4D94-AB5D-EC7BFB4E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64EA18-9FE4-4EC6-B870-2D380526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F47DD6A-395A-4354-80BE-8071DC54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AEE7474-8115-4A69-B362-E339819D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 / 日常照顾与校园环境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249FBC6-2786-41BB-92FB-1033E04F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孩子通过一段段日常行程体验学校：进入教室、寻找厕所、到户外和朋友活动、等待老师，再返回下一节课。每一段行程都对空间提出不同要求。教室内需要合适的光线和家具，课间则需要遮阴、座位，以及便于求助的地方。一个能够支持全天生活的校园，应当认真处理这些转换过程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F1DE9EA-0269-4248-BB9F-83753E48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1096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在苦志育才公益学校，日常照顾与教育紧密相连。问卷反馈提到了生活习惯、人际交往和情绪支持等需求，其中也涉及家庭照顾不足的孩子。这使校园在孩子生活中承担更广泛的作用。就餐、等候、交谈和集体活动，都可以成为建立熟悉感和稳定关系的机会。设计应让必要设施容易到达，让熟悉的成人容易找到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2511EAD-356F-48EE-857E-F7A93C78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1103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室环境研究为这一讨论提供了参照。Barrett等人将教室的灵活性、归属感等特征与英国小学生的学习进展联系起来[1]，提示设计关注孩子如何使用和感受房间。世界卫生组织的学校卫生设施指南，则将便利的到达、洗手、隐私、清洁和维护联系起来[2]。两者共同强调了物理空间与日常使用之间的关系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CC23765-AF0D-4BFB-8441-BA88A894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123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本研究围绕校园生活的主要场所、使用中的具体困难，以及相应的设计回应展开。研究重点是教学、活动与照顾之间的联系：教室连接走廊和户外场地，支持空间则依赖便捷的到达和稳定的人员安排。因此，方案将建筑、通行路径和日常管理放在一起考虑，优先选择学校有条件持续维护的改善措施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B127A58-ECA5-4517-BE8D-8516A69B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 / 调研方法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A8C89D4-6D11-40C6-B01C-E0E07A26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52400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调研于2026年9月开展，结合问卷、访谈、环境审计与校园活动观察。问卷围绕常用场所、喜爱的户外空间、闲置区域、改善愿望及实施困难展开。分析按主题梳理反馈，并与相应空间的现场观察对照。访谈进一步了解日常作息、教学支持、捐助，以及学校与在校生、毕业生之间的联系，将表达出的需求与学校的实际运行相连接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D30C53A-C04B-4F83-B315-5A02E8D7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604135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环境审计包含35个项目，分为基础安全、舒适性、活动支持、照护支持和空间联结五个维度。分析结合各项题意阅读分数与维度均值，重点考察厕所、洗手、遮阴、通风、座位、小组活动、隐私和成人支持等条件。不同项目之间的比较，有助于识别能够同时回应多种日常需求的改善位置，例如靠近教师和主要通道的有顶等候区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AB53CDF-9B55-4EBC-A9CB-9205F7A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68427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词频分析以问卷填写内容为基础，对涉及场所、活动和资源的中文词语进行计数与主题归类，并结合上下文阅读“教室”“教学楼”“操场”“资金”“厕所”和“校医室”等关键词。词频显示哪些主题反复出现，具体表述则解释这些主题对应的使用困难。活动场所与照护服务方面的不同关注，也由此进入设计讨论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9B5A958-003F-4E6E-88C8-B37DE764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764405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活动观察覆盖下午的上课与课间时段，记录孩子的聚集位置，以及同一空间随时间发生的变化。照片呈现通道、户外地面、遮蔽和教室环境，作息表用于梳理学习、就餐、休息与活动的顺序；场地测绘则考察校园边界、邻近聚落及道路。各项分析围绕活动发生在哪里、怎样使用更方便，以及如何改善空间安排逐步展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1DE0D-0E1B-43B9-8764-49AD2C1D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117600"/>
            <a:ext cx="953" cy="5803900"/>
          </a:xfrm>
          <a:custGeom xmlns:a="http://schemas.openxmlformats.org/drawingml/2006/main">
            <a:pathLst>
              <a:path w="953"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35055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A2C6E7D-E4E4-4BD1-B08B-5684179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1A8E86F-3F78-4D48-AAA4-C0521850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7FEADEB-A311-4BEE-9419-E3BE43E6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B176A-B1AA-4365-9D96-C4C9864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49F8B28-C70E-49EA-A431-20DD5C8C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研究技术路线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1C436-ACBE-4570-8E84-EC663BA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731DEDA-3996-4472-810F-717F238D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C94002B-1A29-428A-8F05-E23174B4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E707DAE-8A55-407A-8F72-CE3229FE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0300"/>
            <a:ext cx="99314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研究问题：怎样把日常照顾的需求转化为空间设计？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D7BB28D-E091-4AA1-842B-851D2DAB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需求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0EEE2A9-2C46-4605-84F3-F2C5AF3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问卷反馈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13D6C37-27F0-433C-BE8B-C4AB824E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环境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41888B6-6701-4442-B982-78CBE237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环境审计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9B0C0A7-DC53-4889-BE36-7DF2B08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E281E4C-7F80-4A87-80FB-6C8D1B03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活动观察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6A0B6C0-85F3-491B-819D-9ACCFD7A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现场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F3EF905-4AD1-4CBA-96C4-B8F1DBA6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现场摄影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6E9F1BB-9BD1-4DC8-8DDC-870777CB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照顾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A93903A-7E92-453C-85F6-7BA78F0B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学校访谈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C9392CA-9D07-4AF7-B769-D901507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49400"/>
            <a:ext cx="1498600" cy="302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34F4D83-EE12-428F-8FEF-EAE75BE1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17700"/>
            <a:ext cx="14986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测绘与建筑设计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9446448-B198-4C6E-92CA-780B65D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98700"/>
            <a:ext cx="9931400" cy="1602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62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图2  调研方法及其与校园设计的联系。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C081E3D-703D-4B5A-AD5E-F90E700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05100"/>
            <a:ext cx="469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78AB799-FA6A-4A83-8E2F-0F84FE9B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2860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资料收集与定位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E72F7A4-857F-4ED6-A9D1-E8C37A1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05100"/>
            <a:ext cx="6807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通过问卷、访谈、环境审计、活动观察、摄影与场地测绘，了解校园日常需求。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EC07E0-AA6C-485F-A16E-53275E5D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3073400"/>
            <a:ext cx="953" cy="368300"/>
          </a:xfrm>
          <a:custGeom xmlns:a="http://schemas.openxmlformats.org/drawingml/2006/main">
            <a:pathLst>
              <a:path w="953" h="368300">
                <a:moveTo>
                  <a:pt x="0" y="0"/>
                </a:moveTo>
                <a:lnTo>
                  <a:pt x="0" y="368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7FAB67-F8C6-4982-B830-423A9560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3390900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A0A8B-C907-45D1-BB86-0EC5259F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3390900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EC6E8-B8E5-4D35-8032-E04DFA6F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378200"/>
            <a:ext cx="9258300" cy="953"/>
          </a:xfrm>
          <a:custGeom xmlns:a="http://schemas.openxmlformats.org/drawingml/2006/main">
            <a:pathLst>
              <a:path w="9258300" h="953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3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A3127E6-CE2F-4B4C-A96E-24B942EC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530600"/>
            <a:ext cx="469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6D9FF91-8EDF-4542-9C5E-D086C88C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0600"/>
            <a:ext cx="22860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整理主题</a:t>
            </a:r>
          </a:p>
        </p:txBody>
      </p:sp>
      <p:sp>
        <p:nvSpPr>
          <p:cNvPr id="3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C149D5-9F2A-4A79-96D5-BC2BD23E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530600"/>
            <a:ext cx="6807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按场所、活动与资源整理反馈，围绕日常使用和学校运行归纳观察与访谈。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BA3ABC-DA43-4402-B8D3-30B0DE89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3898900"/>
            <a:ext cx="953" cy="368300"/>
          </a:xfrm>
          <a:custGeom xmlns:a="http://schemas.openxmlformats.org/drawingml/2006/main">
            <a:pathLst>
              <a:path w="953" h="368300">
                <a:moveTo>
                  <a:pt x="0" y="0"/>
                </a:moveTo>
                <a:lnTo>
                  <a:pt x="0" y="368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18965D-D2ED-44D7-A8C7-D89B4A18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4216400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C2D8E2-4ED0-4595-B19E-11BA6855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4216400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348361-5870-4C4C-900A-E1FCA25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4203700"/>
            <a:ext cx="9258300" cy="953"/>
          </a:xfrm>
          <a:custGeom xmlns:a="http://schemas.openxmlformats.org/drawingml/2006/main">
            <a:pathLst>
              <a:path w="9258300" h="953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3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2554904-17CA-4017-9AB7-6A89EC3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56100"/>
            <a:ext cx="469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0168E92-C784-4AC3-807B-FA19A279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6100"/>
            <a:ext cx="22860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描述与比较</a:t>
            </a:r>
          </a:p>
        </p:txBody>
      </p:sp>
      <p:sp>
        <p:nvSpPr>
          <p:cNvPr id="3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4FCA215-9787-4449-BC30-A567FB01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56100"/>
            <a:ext cx="6807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统计反复出现的关键词，对照需求重点、环境评分与每日活动变化，分析校园及周边关系。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9411E4-968B-4AF2-9852-61E3E0E3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4724400"/>
            <a:ext cx="953" cy="368300"/>
          </a:xfrm>
          <a:custGeom xmlns:a="http://schemas.openxmlformats.org/drawingml/2006/main">
            <a:pathLst>
              <a:path w="953" h="368300">
                <a:moveTo>
                  <a:pt x="0" y="0"/>
                </a:moveTo>
                <a:lnTo>
                  <a:pt x="0" y="368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67DFF0-8FC1-4E73-B6F2-E35619C4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041900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C97B0D-AAFC-49C2-B3CB-4847D2EC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041900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A918B1-BA45-43D1-81E4-EE179B30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5029200"/>
            <a:ext cx="9258300" cy="953"/>
          </a:xfrm>
          <a:custGeom xmlns:a="http://schemas.openxmlformats.org/drawingml/2006/main">
            <a:pathLst>
              <a:path w="9258300" h="953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4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BAF8749-E9A7-471F-BE0F-2BABB64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81600"/>
            <a:ext cx="469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2C12906-CE22-4449-BD95-A8C0B4CD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22860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确定重点</a:t>
            </a:r>
          </a:p>
        </p:txBody>
      </p:sp>
      <p:sp>
        <p:nvSpPr>
          <p:cNvPr id="4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6B38547-0E52-4154-842D-EAEE51C1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81600"/>
            <a:ext cx="6807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结合问卷主题与使用观察，明确卫生设施、小组活动、邻近成人支持及共享空间的改善重点。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59F2AF-ADB6-4D9C-955C-C35E70B5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549900"/>
            <a:ext cx="953" cy="368300"/>
          </a:xfrm>
          <a:custGeom xmlns:a="http://schemas.openxmlformats.org/drawingml/2006/main">
            <a:pathLst>
              <a:path w="953" h="368300">
                <a:moveTo>
                  <a:pt x="0" y="0"/>
                </a:moveTo>
                <a:lnTo>
                  <a:pt x="0" y="3683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9AB9FD-72CB-4A8D-9C03-1E7FAE4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" y="5867400"/>
            <a:ext cx="50800" cy="50800"/>
          </a:xfrm>
          <a:custGeom xmlns:a="http://schemas.openxmlformats.org/drawingml/2006/main"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35CDE5-9600-4219-A331-4DE4148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867400"/>
            <a:ext cx="50800" cy="50800"/>
          </a:xfrm>
          <a:custGeom xmlns:a="http://schemas.openxmlformats.org/drawingml/2006/main">
            <a:pathLst>
              <a:path w="50800" h="50800">
                <a:moveTo>
                  <a:pt x="50800" y="0"/>
                </a:moveTo>
                <a:lnTo>
                  <a:pt x="0" y="5080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81968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E4EC68-DF82-46C4-A8A4-12C7290D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5854700"/>
            <a:ext cx="9258300" cy="953"/>
          </a:xfrm>
          <a:custGeom xmlns:a="http://schemas.openxmlformats.org/drawingml/2006/main">
            <a:pathLst>
              <a:path w="9258300" h="953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9169878-28D2-43B2-B6FE-4DAAB88E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07100"/>
            <a:ext cx="4699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ED181BB-CC7F-4BA0-8207-B6E6582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7100"/>
            <a:ext cx="22860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设计与回访</a:t>
            </a:r>
          </a:p>
        </p:txBody>
      </p:sp>
      <p:sp>
        <p:nvSpPr>
          <p:cNvPr id="5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6E3FE29-2B5F-4B19-9DAA-8CB7652F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007100"/>
            <a:ext cx="68072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落实功能联系、交通组织、共享空间和分期改善，再通过观察及师生交流了解使用情况。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BF04B4-DA46-4E24-B1BB-32D4A9DE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6680200"/>
            <a:ext cx="9258300" cy="953"/>
          </a:xfrm>
          <a:custGeom xmlns:a="http://schemas.openxmlformats.org/drawingml/2006/main">
            <a:pathLst>
              <a:path w="9258300" h="953">
                <a:moveTo>
                  <a:pt x="0" y="0"/>
                </a:moveTo>
                <a:lnTo>
                  <a:pt x="9258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55790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17EB866-5833-411F-880D-C45F700F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A6078E5-5079-4983-8D90-892C7C5B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492EC61-3CB2-4482-8079-B1F3DA8E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51D44-C306-4760-8013-E00F5877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ECC6DD9-569D-4FEB-B72E-E5C854C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问卷发现与环境评价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46161-1EC1-4E53-B4DD-0C2EF8E5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7720A10-4639-4AAE-93DF-171868C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EEE90BD-1F31-49BE-BBC1-3751E4AB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1293D5E-9A78-41E7-A155-31F80829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 / 问卷发现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FFBF8B8-D561-40D8-913E-72EDD34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问卷反馈将教室和教学楼置于日常使用的中心，操场则与自由活动和愉快体验联系在一起。两类场所承担不同作用：教室提供稳定的学习环境，操场让孩子活动身体、转换节奏。短暂课间尤其需要处理好两者之间的联系，让孩子能够方便地从课堂进入自主活动，再顺畅返回教学区域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4350A57-B069-4655-A9A3-6380561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1096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词频统计使这些关注更加清楚。“教室”出现7次，“资金”5次，“教学楼”4次，“操场”3次；“校医室”“厕所”“玩耍”和“空间”各出现2次。教学空间的高频出现反映了它在日常作息中的地位，资金则将改善愿望与持续运行所需的资源联系起来。将这些词语放在一起阅读，可以看出改善应围绕已有常用场所展开，同时补足周边设施与支持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52FEA50-35EA-4370-8B2E-59C436A6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1103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具体反馈进一步说明了改善的方向。教学楼外的厕所使用不便，后方区域多为土堆，仅有小片菜地，同时存在增加儿童活动空间的愿望。反馈也提到了与资金困难相关的初中教学暂停，以及由此出现的空教室和闲置家具。校医室及稳定的专业支持同样受到关注。这些问题将空间条件与实际使用所需的人员、资源联系在一起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29CFF7D-B1C7-489A-BBA7-F0716FC0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123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关于闲置空间的意见，反映了房间暂时空置与功能持续需要之间的区别。反馈在提及空教室的同时，也强调学校现有设施各有用途。因此，设计应帮助房间承载学校能够组织和维持的活动。例如，一间灵活使用的教室需要方便的储物、明确的开放安排和负责的成人。空间再利用应从这些实际条件与日常需求出发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0C2BA4-36AF-4F12-AB4B-85B21B95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 / 环境评价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28DBA89-7FE5-44A6-8013-42B99F2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环境审计35项合计118分，均值为3.37分。照护支持均值为3.83分，基础安全3.75分，舒适性3.44分，空间联结3.00分，活动支持2.71分。其中19项为4分或5分，10项为1分或2分。分数分布表明，校园已有较好的部分设施，同时也存在集中而明确的薄弱环节，可以据此确定具体改善重点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16BE9FB-6F14-42F0-9CEF-01B04543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41096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活动支持方面的差异尤其突出。开敞活动场地得5分，阅读空间和独处空间各4分，小组活动场所、可移动家具，以及儿童参与调整环境的机会均为1分。校园已有较大的户外活动场地，较小尺度、使用方式更灵活的场所仍需发展。一张供几人使用的桌子、教室旁的座位，或可以重新组合的家具，都能为熟悉的校园生活增加选择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3DE100C-B3A9-43FD-B310-EB8CD48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491103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舒适性与照护条件也存在相似差异。遮阴、避雨、通风和饮水条件评分较高，厕所、洗手设施和安静区域均为1分；成人能够看见儿童、儿童能够找到成人，以及心理交谈空间均为5分。等候空间为1分，医疗或临时休息设施为3分。这些结果将注意力引向设施之间的使用过程：交谈前在哪里等候、如何到达洗手点，以及教室与日常帮助之间的距离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2F5FDBE-99D2-4F60-8DD7-36D144D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57123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改善重点是通过具体空间安排连接这些需求。厕所与洗手设施应结合设置，并便于从教学和活动区域到达。小组座位可以布置在日常通道旁的可用边缘，等候应靠近工作人员，安静交谈则需要合适的房间或有遮蔽的位置。每项改善都可以回到实际使用中检验：是否容易到达、是否舒适，以及负责照看的成人能否方便管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CED31-4423-4E0D-910B-3127D911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117600"/>
            <a:ext cx="953" cy="5803900"/>
          </a:xfrm>
          <a:custGeom xmlns:a="http://schemas.openxmlformats.org/drawingml/2006/main">
            <a:pathLst>
              <a:path w="953"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18837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330D210-D118-4799-B388-936EF75D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0665EFB-14BE-4D0E-BFEA-63BF711B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7E54FAE-AEC8-4210-8EFD-3B6A3B82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16BCF-5C8B-4EAD-B17E-AD874422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0F31033-7CAD-4726-9807-434B646E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词频、环境评分与每日时间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2EFB4-97D0-4F53-953E-3986C685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E3DA030-EC9D-474C-AB74-34205746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D722876-2022-47B5-8266-8FC9C3AA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3CF7EA0-C41A-49BB-940C-84340644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17600"/>
            <a:ext cx="4826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关键词出现次数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5F17A4F9-266F-452F-A375-0D8A9B9A881B}"/>
              </a:ext>
            </a:extLst>
          </p:cNvPr>
          <p:cNvGraphicFramePr/>
          <p:nvPr/>
        </p:nvGraphicFramePr>
        <p:xfrm>
          <a:off xmlns:a="http://schemas.openxmlformats.org/drawingml/2006/main" x="381000" y="1473200"/>
          <a:ext xmlns:a="http://schemas.openxmlformats.org/drawingml/2006/main" cx="4851400" cy="212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f38fd23a344e4f"/>
          </a:graphicData>
        </a:graphic>
      </p:graphicFrame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99D16E-CF0E-47F9-ABDF-7F4ABDF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44900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反复出现的主题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4ACA9C0-F4B9-468A-9FDE-83826916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2037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教室 / 资金 / 教学楼 / 操场。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236EBBF-E1CF-48C9-A3B9-C25AB3CF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59174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学习空间、户外活动，以及维持使用所需的资源。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DB36005-98D1-427B-989A-C4A8D0E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22800"/>
            <a:ext cx="4851400" cy="15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49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图3  问卷反馈中的关键词出现次数。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4BD6C48-079B-4E44-B394-966EB258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17600"/>
            <a:ext cx="48260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环境审计：维度均值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A97F4131-1734-4DA4-85C3-D9FEA8294F04}"/>
              </a:ext>
            </a:extLst>
          </p:cNvPr>
          <p:cNvGraphicFramePr/>
          <p:nvPr/>
        </p:nvGraphicFramePr>
        <p:xfrm>
          <a:off xmlns:a="http://schemas.openxmlformats.org/drawingml/2006/main" x="5461000" y="1473200"/>
          <a:ext xmlns:a="http://schemas.openxmlformats.org/drawingml/2006/main" cx="4851400" cy="212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d194308fb24488"/>
          </a:graphicData>
        </a:graphic>
      </p:graphicFrame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D4C0A96-B9B3-435F-8815-41EA2449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644900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10 / 35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18F7335-9EF6-4A54-B6EE-EADAA9FF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852037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项目标为1分或2分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A417E93-AB24-4533-B712-30BD04D4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059174"/>
            <a:ext cx="4851400" cy="181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31"/>
              </a:lnSpc>
              <a:spcBef>
                <a:spcPts val="0"/>
              </a:spcBef>
              <a:spcAft>
                <a:spcPts val="0"/>
              </a:spcAft>
            </a:pPr>
            <a:r>
              <a:rPr sz="8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占全部记录项目的28.6%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576B329-1277-4941-A9F6-2EA33CEE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622800"/>
            <a:ext cx="4851400" cy="15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49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图4  五个环境维度的评分均值（1—5分）。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69683554-D9BC-4BD6-83D1-5F88523A847C}"/>
              </a:ext>
            </a:extLst>
          </p:cNvPr>
          <p:cNvGraphicFramePr/>
          <p:nvPr/>
        </p:nvGraphicFramePr>
        <p:xfrm>
          <a:off xmlns:a="http://schemas.openxmlformats.org/drawingml/2006/main" x="381000" y="4775200"/>
          <a:ext xmlns:a="http://schemas.openxmlformats.org/drawingml/2006/main" cx="9931400" cy="1257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8cad0488bf49f3"/>
          </a:graphicData>
        </a:graphic>
      </p:graphicFrame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5C66D85-2996-4459-882A-A745F7AA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45200"/>
            <a:ext cx="9931400" cy="1586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49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图5  6:30至21:00各类日常活动的时间分配，单位：分钟。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1CDE0DB-149E-4FA3-BB1D-055DCC3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500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12BAF1-8E10-4D19-B441-9EF5C7A7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3500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持续支持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32C4CF4-80E5-4CC7-9DDD-E36B72A7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6294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持续月捐，以及可靠的日常资源。</a:t>
            </a:r>
          </a:p>
        </p:txBody>
      </p:sp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648FC66-FDAF-4996-80B2-5F90E13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63500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A7548D4-58E9-4990-B298-47726A15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3500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熟悉的成人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B48C4C8-6882-4322-94DB-15D717E8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66294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陪伴、教师学习与明确的联系人。</a:t>
            </a:r>
          </a:p>
        </p:txBody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412D414-92D5-45C3-B41B-9E0935A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00" y="63500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DA1BE8E-74AD-413B-B515-388DCF6D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3500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真正使用的房间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46B3A49-F53E-4941-9892-7E820E2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6294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每周活动、储物与负责带领的人。</a:t>
            </a:r>
          </a:p>
        </p:txBody>
      </p:sp>
      <p:sp>
        <p:nvSpPr>
          <p:cNvPr id="3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FAFDCA-5427-4507-97A0-8CB658C2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59600"/>
            <a:ext cx="99314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图6  持续资源、熟悉的成人和稳定活动共同支持日常照顾。</a:t>
            </a:r>
          </a:p>
        </p:txBody>
      </p:sp>
    </p:spTree>
    <p:extLst>
      <p:ext uri="{BB962C8B-B14F-4D97-AF65-F5344CB8AC3E}">
        <p14:creationId xmlns:p14="http://schemas.microsoft.com/office/powerpoint/2010/main" val="15497074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91A542B-E826-4F83-AD7F-D3C20901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A196AE5-8DEF-44C7-8B97-3BC23D6A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93BA6CA-AFE3-46CD-83B7-7CEF7720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38C86-F3B1-434A-8DAC-2B1B4F6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2F8FBFD-0DD7-4A4F-BCC7-1ED36AB9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日常节奏与照顾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1AAAF-9BFA-4DC8-9E1A-0EB1EE2C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08160E1-B679-411D-BCA3-F0AAAA46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400A51B-C811-4474-8A08-D3BBC188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D54451A-9D8B-4774-9D75-FFDB49A9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 / 日常节奏与空间使用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3ACCE7D-0AE2-4854-8AFB-2CCA8A4B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作息从6:30起床至21:00熄灯，共870分钟。课堂、晨读和晚自习合计390分钟，占44.8%；就餐160分钟，组织性活动90分钟，午休80分钟，眼保健操30分钟，其余120分钟分布在表列活动之间。这些转换时段容纳通行、准备、交谈和等候，使各个目的地之间的空间成为校园日常使用的重要部分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6443957-A911-4E05-9C00-9A3A511A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4135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下午的观察显示，空间使用会随作息迅速变化。约14时，操场上有约20名儿童参加教师带领的活动，走廊较安静。约15时，操场无人，观察到的各层走廊约有20至25名儿童聊天或小范围玩耍，办公室也承担了学生与教师交流的功能。活动从操场转向走廊，反映了上课前后可用时间和活动机会的变化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72FA77E-5E88-4F33-9176-3593BC6E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8427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约16时，上课期间的户外场地和走廊再次安静。约17时，活动聚集到走廊及楼前、楼侧区域，包括乒乓球活动；这些位置也存在地面不平、器材老化和看护不足等问题。教学时段能够顺畅使用的地方，在多种活动同时发生时会面临新的管理要求。设计需要通过清晰视线、可停留边缘和适于活动的地面回应这种变化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5CFBE4B-0311-41FC-BFCB-1AD5A698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764405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短课间更需要邻近的选择。教室旁的阅读座位、有顶边缘的小桌，都可以在几分钟内使用；17:00至17:50的活动时段，则适合较长时间的户外活动。方案将较大的运动场与教学区域附近的小尺度场所结合，并以清楚的路径连接厕所和洗手点，让不同作息时段都能找到合适的空间，同时方便返回课堂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1690EE7-2782-483A-BB5B-70E8EB91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06 / 日常照顾与学校运行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7364093-2E7D-49BD-8F9B-9850B0C3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52400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访谈呈现了日常支持得以延续的关系：持续捐助、陪伴、生活习惯培养、与毕业生保持联系，以及假期和夜间照看。这些安排让孩子在学校的生活保持连续，也对空间提出要求。交谈场所需要能够倾听的人，共享活动室需要能够组织活动的成人。支持空间的价值，来自其位置与日常使用者之间的联系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DE6964F-DC64-4027-9563-10DF4211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604135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资金是问卷与访谈中持续出现的主题。维持月捐的努力说明，稳定资源对学校日常运行十分重要。舞蹈、科学、美术和音乐等课程的讨论，也反映了对相应教师的需要。灵活使用的房间应与师资、材料、储物和活动时间一起安排，让每项改善都能够对应持续使用所需的支持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B2F27B3-48B3-43E4-8457-DCEB1FF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491103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情绪支持常常发生在普通交往中。访谈提到了家一般的氛围、学生离校后的联系、教师学习和外部帮助。孩子在熟悉路径上遇到的成人，可以在正式求助之前给予回应；当交谈涉及个人感受时，也需要照顾隐私。工作人员靠近共享区域、设置小型等候处，并连接较安静的交谈空间，可以同时支持这两种需要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062CCFB-005A-4622-BD7B-B8928EE5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571238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这些发现形成了方案中的具体安排：临时休息室对应明确的工作人员和外部求助路径；共享活动室配置邻近储物并结合每周活动计划；入口等候与接待相连，庭院活动集中时段便于工作人员观察。这些安排让照顾进入孩子日常经过的地方，也使空间用途更清楚，便于教师和其他成人协调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70A2A-84E2-4B2B-A068-0E3CA7B4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117600"/>
            <a:ext cx="953" cy="5803900"/>
          </a:xfrm>
          <a:custGeom xmlns:a="http://schemas.openxmlformats.org/drawingml/2006/main">
            <a:pathLst>
              <a:path w="953"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90390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DDF0F72-8002-4860-B283-23D7C183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A1464CA-10E0-48E7-BA75-111EAC45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4E303D9-E80B-482F-814F-082DCFA0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09BC0-5A13-4FC4-A673-F0D10E21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E877CD9-C635-4798-9512-ABE2B76C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场地关系与设计重点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98FFA-07AF-478F-BC4D-ECDE3274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50B8ED1-611C-485B-808D-FE8F7B3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3EFE910-0DA2-4CDF-92AF-BE85DE4C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24C7229-033E-42AF-9CBB-7B7772C3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07 / 区位与场地关系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BE81380-03F1-4630-8DCA-4B0197C5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位于湖南省南部的郴州市桂阳县，校园用地约2.94公顷，周边分布着聚落和地方道路。区位研究从县域位置、邻近村落肌理和校园内部组织三个层次展开，将学校的对外联系与建筑、开敞空间及日常通行放在一起考虑，使校园入口和内部路径能够回应到访与日常交往的实际需要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729A7C7-03BC-49BD-8A05-E0310A65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10968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场地分析重点考察建筑区域、开敞场地与到达之间的关系。访客从哪里进入、由谁接待、怎样前往教学区域，都影响校园的日常使用。入口、接待、共享通道与户外活动之间应形成清楚的空间顺序，帮助孩子建立熟悉的活动范围，也方便到访教师、志愿者和其他支持人员找到相应场所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0DC7A65-B618-491F-B758-93E3BFC9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97936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现场观察显示，学校距县城约35公里，距镇区或公共交通约3.5公里，距卫生院约4公里。这些距离使外部支持的组织成为校园规划的重要内容。问卷中对校医室的关注，也进一步说明便捷联系的必要性。接待、等候、临时休息和外部服务联络应形成清楚的流程，方便工作人员安排到访，并在孩子需要帮助时及时回应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63EAD3E-5F60-4C47-B81D-5FD9DDFE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8071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总平面将相互连接的教学翼部与户外运动场地并置，同时保留可以逐步发展的开敞用地。常用房间和通道构成紧凑的日常活动核心，较大的户外场地承担持续时间更长的活动。景观设置应回应这种分工：遮阴座位和小组活动靠近教学区域，开敞场地容纳运动与集体玩耍，并通过简洁种植、耐用地面和明确维护安排保持良好使用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CF322CE-E7FA-4254-8F82-354BF45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08 / 设计重点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FE36B32-DF15-4130-8394-16CB44D8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524000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方案围绕四项相互联系的重点展开。首先是方便到达日常必需设施。问卷对楼外厕所的反馈，以及卫生设施的较低评分，都指向教室、洗手点和厕所之间的短路径。世界卫生组织指南同样强调到达、隐私与维护[2]。教学翼部交接处的卫生设施可以服务多种日常活动，周边应保持通行清楚，并将洗手和清洁安排结合设置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EC7C838-D8A9-41CC-A09C-643CFA7C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604135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第二是提供不同规模的活动场所。开敞场地支持集体玩耍，小组场所则适合与几位朋友阅读、交谈或共同完成任务。方案将运动场、共享庭院与教室附近的可用边缘结合，以可移动桌椅和方便储物支持一周内不同活动的转换，将Barrett等人讨论的教室灵活性[1]落实到家具、到达和日常开放方式中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EE458DB-0C6C-4E4A-ACD8-594D7DC9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68427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第三是让支持接近日常通行。办公室、咨询室、接待和临时休息空间，连接孩子原本就会经过的位置。清楚的视线方便成人关注共享区域，门边座位提供停留与接触的机会；涉及个人感受的交谈，再进入较安静的房间。这一顺序兼顾容易找到帮助与交谈所需的私密程度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5B87150-A5B7-4C39-8743-45D3AA0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571238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第四是让共享空间便于管理。餐厅、会议室和活动室可以在明确开放时间与责任安排后，服务一天中的不同活动。入口则帮助协调到访、日常教学和较安静的时段。四项重点从洗手点、桌椅延伸至建筑翼部之间的关系，每项决定都对应可辨认的使用情况、明确需求或日常运行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4C107-8D3D-4346-A2A2-85A1B61F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117600"/>
            <a:ext cx="953" cy="5803900"/>
          </a:xfrm>
          <a:custGeom xmlns:a="http://schemas.openxmlformats.org/drawingml/2006/main">
            <a:pathLst>
              <a:path w="953"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89AE497-840A-40A1-B109-E8BD9C8C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357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卫生设施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27262D8-1A05-406D-AC01-6D955FBE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4770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C478D85-7620-41EF-A582-CBCFB311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6802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短路径与洗手点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320D8B5-B5DF-41E9-9666-31885A4F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2357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小组活动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0475EE8-2359-4394-9D94-3B290620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4770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8BD9D85-0400-4F0C-BAEE-98BEA208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6802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可调整的活动场所</a:t>
            </a:r>
          </a:p>
        </p:txBody>
      </p:sp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7CBE7D3-094F-455A-A2E5-495554E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357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情绪支持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F13AA83-2830-40FA-8275-361AD8B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770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CA0C27A-F4EE-4DB0-B615-4DD9DF33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6802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邻近帮助与隐私</a:t>
            </a:r>
          </a:p>
        </p:txBody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C3FFE18-D672-45CA-87C2-4AD22C2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357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资金与人员</a:t>
            </a:r>
          </a:p>
        </p:txBody>
      </p:sp>
      <p:sp>
        <p:nvSpPr>
          <p:cNvPr id="3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B681EF4-4973-4F24-BD69-9985D0E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9CB3546-05D3-4678-9613-4985D0CD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680200"/>
            <a:ext cx="24003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分期改善与共享使用</a:t>
            </a:r>
          </a:p>
        </p:txBody>
      </p:sp>
      <p:sp>
        <p:nvSpPr>
          <p:cNvPr id="3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213951D-9006-48CE-AF45-60086873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08800"/>
            <a:ext cx="99314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图8  卫生、活动、照顾与资源需求对应的空间重点。</a:t>
            </a:r>
          </a:p>
        </p:txBody>
      </p:sp>
    </p:spTree>
    <p:extLst>
      <p:ext uri="{BB962C8B-B14F-4D97-AF65-F5344CB8AC3E}">
        <p14:creationId xmlns:p14="http://schemas.microsoft.com/office/powerpoint/2010/main" val="693645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8154D82-64C4-4F66-9DCB-FC8FBF05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DE86338-71EF-4F11-9EA9-16692E25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4B7829B-1F10-47DF-902C-FF549755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1F27-ECCE-4DA4-A0BC-7506A499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121BE0E-C4A4-49E5-A7B5-36175057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项目区位 | 湖南 · 郴州 · 桂阳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7C78E-3FE4-4CCB-B039-489BC4B3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0004EC7-A1A4-4F63-9873-180B97C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9894E0B-5CB9-45F8-B94F-CC3EFE76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6EE1716-50FD-4873-8EC1-933D0A85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0300"/>
            <a:ext cx="32131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 湖南省 / 郴州市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802912C-A4A1-417A-A289-3146E17D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900" y="1130300"/>
            <a:ext cx="32131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 郴州市 / 桂阳县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1E27F39-3E18-410F-A2B2-ADA75AF8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30300"/>
            <a:ext cx="32131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 桂阳县 / 学校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A130B-6592-4EE3-B3BF-AF87C42C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873" y="2085464"/>
            <a:ext cx="859541" cy="333170"/>
          </a:xfrm>
          <a:custGeom xmlns:a="http://schemas.openxmlformats.org/drawingml/2006/main">
            <a:pathLst>
              <a:path w="859541" h="333170">
                <a:moveTo>
                  <a:pt x="6087" y="259489"/>
                </a:moveTo>
                <a:lnTo>
                  <a:pt x="0" y="267384"/>
                </a:lnTo>
                <a:lnTo>
                  <a:pt x="4337" y="270874"/>
                </a:lnTo>
                <a:lnTo>
                  <a:pt x="1353" y="278592"/>
                </a:lnTo>
                <a:lnTo>
                  <a:pt x="5908" y="281679"/>
                </a:lnTo>
                <a:lnTo>
                  <a:pt x="14521" y="274542"/>
                </a:lnTo>
                <a:lnTo>
                  <a:pt x="19952" y="276243"/>
                </a:lnTo>
                <a:lnTo>
                  <a:pt x="31232" y="289645"/>
                </a:lnTo>
                <a:lnTo>
                  <a:pt x="37577" y="308693"/>
                </a:lnTo>
                <a:lnTo>
                  <a:pt x="59578" y="303701"/>
                </a:lnTo>
                <a:lnTo>
                  <a:pt x="74458" y="314515"/>
                </a:lnTo>
                <a:lnTo>
                  <a:pt x="80685" y="312880"/>
                </a:lnTo>
                <a:lnTo>
                  <a:pt x="84106" y="307305"/>
                </a:lnTo>
                <a:lnTo>
                  <a:pt x="92063" y="308626"/>
                </a:lnTo>
                <a:lnTo>
                  <a:pt x="110126" y="283447"/>
                </a:lnTo>
                <a:lnTo>
                  <a:pt x="114442" y="289891"/>
                </a:lnTo>
                <a:lnTo>
                  <a:pt x="119057" y="282664"/>
                </a:lnTo>
                <a:lnTo>
                  <a:pt x="121445" y="286580"/>
                </a:lnTo>
                <a:lnTo>
                  <a:pt x="131371" y="287676"/>
                </a:lnTo>
                <a:lnTo>
                  <a:pt x="149195" y="282574"/>
                </a:lnTo>
                <a:lnTo>
                  <a:pt x="151502" y="287676"/>
                </a:lnTo>
                <a:lnTo>
                  <a:pt x="162264" y="288481"/>
                </a:lnTo>
                <a:lnTo>
                  <a:pt x="172628" y="283223"/>
                </a:lnTo>
                <a:lnTo>
                  <a:pt x="187249" y="285998"/>
                </a:lnTo>
                <a:lnTo>
                  <a:pt x="188721" y="274162"/>
                </a:lnTo>
                <a:lnTo>
                  <a:pt x="182455" y="272238"/>
                </a:lnTo>
                <a:lnTo>
                  <a:pt x="188602" y="264723"/>
                </a:lnTo>
                <a:lnTo>
                  <a:pt x="187965" y="254302"/>
                </a:lnTo>
                <a:lnTo>
                  <a:pt x="199125" y="247482"/>
                </a:lnTo>
                <a:lnTo>
                  <a:pt x="204635" y="249695"/>
                </a:lnTo>
                <a:lnTo>
                  <a:pt x="208116" y="246834"/>
                </a:lnTo>
                <a:lnTo>
                  <a:pt x="225463" y="263247"/>
                </a:lnTo>
                <a:lnTo>
                  <a:pt x="222439" y="267317"/>
                </a:lnTo>
                <a:lnTo>
                  <a:pt x="223792" y="273133"/>
                </a:lnTo>
                <a:lnTo>
                  <a:pt x="230814" y="273357"/>
                </a:lnTo>
                <a:lnTo>
                  <a:pt x="233858" y="281030"/>
                </a:lnTo>
                <a:lnTo>
                  <a:pt x="241815" y="278949"/>
                </a:lnTo>
                <a:lnTo>
                  <a:pt x="247385" y="287609"/>
                </a:lnTo>
                <a:lnTo>
                  <a:pt x="254745" y="290003"/>
                </a:lnTo>
                <a:lnTo>
                  <a:pt x="253949" y="299000"/>
                </a:lnTo>
                <a:lnTo>
                  <a:pt x="260096" y="311783"/>
                </a:lnTo>
                <a:lnTo>
                  <a:pt x="268172" y="320046"/>
                </a:lnTo>
                <a:lnTo>
                  <a:pt x="273842" y="319978"/>
                </a:lnTo>
                <a:lnTo>
                  <a:pt x="276607" y="311761"/>
                </a:lnTo>
                <a:lnTo>
                  <a:pt x="271116" y="302358"/>
                </a:lnTo>
                <a:lnTo>
                  <a:pt x="275712" y="294904"/>
                </a:lnTo>
                <a:lnTo>
                  <a:pt x="287548" y="300814"/>
                </a:lnTo>
                <a:lnTo>
                  <a:pt x="286195" y="303589"/>
                </a:lnTo>
                <a:lnTo>
                  <a:pt x="296758" y="305156"/>
                </a:lnTo>
                <a:lnTo>
                  <a:pt x="303502" y="304955"/>
                </a:lnTo>
                <a:lnTo>
                  <a:pt x="303800" y="299963"/>
                </a:lnTo>
                <a:lnTo>
                  <a:pt x="307898" y="298821"/>
                </a:lnTo>
                <a:lnTo>
                  <a:pt x="315378" y="270001"/>
                </a:lnTo>
                <a:lnTo>
                  <a:pt x="321127" y="262151"/>
                </a:lnTo>
                <a:lnTo>
                  <a:pt x="318560" y="258237"/>
                </a:lnTo>
                <a:lnTo>
                  <a:pt x="320232" y="255822"/>
                </a:lnTo>
                <a:lnTo>
                  <a:pt x="325841" y="261234"/>
                </a:lnTo>
                <a:lnTo>
                  <a:pt x="331749" y="255844"/>
                </a:lnTo>
                <a:lnTo>
                  <a:pt x="322241" y="249338"/>
                </a:lnTo>
                <a:lnTo>
                  <a:pt x="322300" y="240820"/>
                </a:lnTo>
                <a:lnTo>
                  <a:pt x="335350" y="242609"/>
                </a:lnTo>
                <a:lnTo>
                  <a:pt x="340144" y="259735"/>
                </a:lnTo>
                <a:lnTo>
                  <a:pt x="346947" y="262240"/>
                </a:lnTo>
                <a:lnTo>
                  <a:pt x="350309" y="269241"/>
                </a:lnTo>
                <a:lnTo>
                  <a:pt x="349931" y="275504"/>
                </a:lnTo>
                <a:lnTo>
                  <a:pt x="355143" y="274923"/>
                </a:lnTo>
                <a:lnTo>
                  <a:pt x="354009" y="270158"/>
                </a:lnTo>
                <a:lnTo>
                  <a:pt x="356794" y="269219"/>
                </a:lnTo>
                <a:lnTo>
                  <a:pt x="358505" y="273849"/>
                </a:lnTo>
                <a:lnTo>
                  <a:pt x="362583" y="274162"/>
                </a:lnTo>
                <a:lnTo>
                  <a:pt x="359738" y="281478"/>
                </a:lnTo>
                <a:lnTo>
                  <a:pt x="365049" y="279911"/>
                </a:lnTo>
                <a:lnTo>
                  <a:pt x="367337" y="282798"/>
                </a:lnTo>
                <a:lnTo>
                  <a:pt x="380009" y="277160"/>
                </a:lnTo>
                <a:lnTo>
                  <a:pt x="375155" y="273782"/>
                </a:lnTo>
                <a:lnTo>
                  <a:pt x="377124" y="264700"/>
                </a:lnTo>
                <a:lnTo>
                  <a:pt x="381580" y="264901"/>
                </a:lnTo>
                <a:lnTo>
                  <a:pt x="402468" y="285214"/>
                </a:lnTo>
                <a:lnTo>
                  <a:pt x="410007" y="280382"/>
                </a:lnTo>
                <a:lnTo>
                  <a:pt x="409629" y="276981"/>
                </a:lnTo>
                <a:lnTo>
                  <a:pt x="414383" y="280203"/>
                </a:lnTo>
                <a:lnTo>
                  <a:pt x="412255" y="274252"/>
                </a:lnTo>
                <a:lnTo>
                  <a:pt x="416472" y="268413"/>
                </a:lnTo>
                <a:lnTo>
                  <a:pt x="427393" y="266490"/>
                </a:lnTo>
                <a:lnTo>
                  <a:pt x="434395" y="275102"/>
                </a:lnTo>
                <a:lnTo>
                  <a:pt x="428129" y="282418"/>
                </a:lnTo>
                <a:lnTo>
                  <a:pt x="434077" y="285214"/>
                </a:lnTo>
                <a:lnTo>
                  <a:pt x="432844" y="291391"/>
                </a:lnTo>
                <a:lnTo>
                  <a:pt x="445714" y="306052"/>
                </a:lnTo>
                <a:lnTo>
                  <a:pt x="451006" y="305760"/>
                </a:lnTo>
                <a:lnTo>
                  <a:pt x="448977" y="294613"/>
                </a:lnTo>
                <a:lnTo>
                  <a:pt x="459042" y="284722"/>
                </a:lnTo>
                <a:lnTo>
                  <a:pt x="455362" y="274117"/>
                </a:lnTo>
                <a:lnTo>
                  <a:pt x="463379" y="270986"/>
                </a:lnTo>
                <a:lnTo>
                  <a:pt x="460992" y="268189"/>
                </a:lnTo>
                <a:lnTo>
                  <a:pt x="465249" y="264790"/>
                </a:lnTo>
                <a:lnTo>
                  <a:pt x="477383" y="265908"/>
                </a:lnTo>
                <a:lnTo>
                  <a:pt x="479353" y="261100"/>
                </a:lnTo>
                <a:lnTo>
                  <a:pt x="489995" y="266892"/>
                </a:lnTo>
                <a:lnTo>
                  <a:pt x="492323" y="262889"/>
                </a:lnTo>
                <a:lnTo>
                  <a:pt x="495804" y="265528"/>
                </a:lnTo>
                <a:lnTo>
                  <a:pt x="495227" y="272395"/>
                </a:lnTo>
                <a:lnTo>
                  <a:pt x="497335" y="266154"/>
                </a:lnTo>
                <a:lnTo>
                  <a:pt x="502289" y="282977"/>
                </a:lnTo>
                <a:lnTo>
                  <a:pt x="500061" y="291547"/>
                </a:lnTo>
                <a:lnTo>
                  <a:pt x="495525" y="294792"/>
                </a:lnTo>
                <a:lnTo>
                  <a:pt x="506844" y="307842"/>
                </a:lnTo>
                <a:lnTo>
                  <a:pt x="501274" y="307977"/>
                </a:lnTo>
                <a:lnTo>
                  <a:pt x="503721" y="314178"/>
                </a:lnTo>
                <a:lnTo>
                  <a:pt x="501314" y="327190"/>
                </a:lnTo>
                <a:lnTo>
                  <a:pt x="510445" y="321232"/>
                </a:lnTo>
                <a:lnTo>
                  <a:pt x="510683" y="324659"/>
                </a:lnTo>
                <a:lnTo>
                  <a:pt x="532009" y="333170"/>
                </a:lnTo>
                <a:lnTo>
                  <a:pt x="551583" y="329183"/>
                </a:lnTo>
                <a:lnTo>
                  <a:pt x="552418" y="316418"/>
                </a:lnTo>
                <a:lnTo>
                  <a:pt x="555561" y="312858"/>
                </a:lnTo>
                <a:lnTo>
                  <a:pt x="568412" y="311828"/>
                </a:lnTo>
                <a:lnTo>
                  <a:pt x="569904" y="304440"/>
                </a:lnTo>
                <a:lnTo>
                  <a:pt x="579572" y="295755"/>
                </a:lnTo>
                <a:lnTo>
                  <a:pt x="590970" y="294569"/>
                </a:lnTo>
                <a:lnTo>
                  <a:pt x="592562" y="287363"/>
                </a:lnTo>
                <a:lnTo>
                  <a:pt x="607759" y="285371"/>
                </a:lnTo>
                <a:lnTo>
                  <a:pt x="610664" y="287430"/>
                </a:lnTo>
                <a:lnTo>
                  <a:pt x="611579" y="295620"/>
                </a:lnTo>
                <a:lnTo>
                  <a:pt x="608376" y="300522"/>
                </a:lnTo>
                <a:lnTo>
                  <a:pt x="611062" y="312007"/>
                </a:lnTo>
                <a:lnTo>
                  <a:pt x="616373" y="315477"/>
                </a:lnTo>
                <a:lnTo>
                  <a:pt x="620292" y="306342"/>
                </a:lnTo>
                <a:lnTo>
                  <a:pt x="635828" y="320202"/>
                </a:lnTo>
                <a:lnTo>
                  <a:pt x="641557" y="318075"/>
                </a:lnTo>
                <a:lnTo>
                  <a:pt x="654746" y="324233"/>
                </a:lnTo>
                <a:lnTo>
                  <a:pt x="666920" y="318164"/>
                </a:lnTo>
                <a:lnTo>
                  <a:pt x="675295" y="297702"/>
                </a:lnTo>
                <a:lnTo>
                  <a:pt x="681700" y="290316"/>
                </a:lnTo>
                <a:lnTo>
                  <a:pt x="689578" y="289354"/>
                </a:lnTo>
                <a:lnTo>
                  <a:pt x="693298" y="281590"/>
                </a:lnTo>
                <a:lnTo>
                  <a:pt x="700200" y="278211"/>
                </a:lnTo>
                <a:lnTo>
                  <a:pt x="701971" y="281903"/>
                </a:lnTo>
                <a:lnTo>
                  <a:pt x="708675" y="282552"/>
                </a:lnTo>
                <a:lnTo>
                  <a:pt x="713986" y="270247"/>
                </a:lnTo>
                <a:lnTo>
                  <a:pt x="717507" y="269219"/>
                </a:lnTo>
                <a:lnTo>
                  <a:pt x="720849" y="274252"/>
                </a:lnTo>
                <a:lnTo>
                  <a:pt x="733779" y="274498"/>
                </a:lnTo>
                <a:lnTo>
                  <a:pt x="741517" y="263202"/>
                </a:lnTo>
                <a:lnTo>
                  <a:pt x="752438" y="264052"/>
                </a:lnTo>
                <a:lnTo>
                  <a:pt x="749316" y="259310"/>
                </a:lnTo>
                <a:lnTo>
                  <a:pt x="753612" y="254100"/>
                </a:lnTo>
                <a:lnTo>
                  <a:pt x="774718" y="257924"/>
                </a:lnTo>
                <a:lnTo>
                  <a:pt x="782078" y="247415"/>
                </a:lnTo>
                <a:lnTo>
                  <a:pt x="778160" y="238943"/>
                </a:lnTo>
                <a:lnTo>
                  <a:pt x="771893" y="235970"/>
                </a:lnTo>
                <a:lnTo>
                  <a:pt x="775335" y="236238"/>
                </a:lnTo>
                <a:lnTo>
                  <a:pt x="774778" y="233109"/>
                </a:lnTo>
                <a:lnTo>
                  <a:pt x="762285" y="204846"/>
                </a:lnTo>
                <a:lnTo>
                  <a:pt x="769447" y="199240"/>
                </a:lnTo>
                <a:lnTo>
                  <a:pt x="789916" y="200647"/>
                </a:lnTo>
                <a:lnTo>
                  <a:pt x="803244" y="196627"/>
                </a:lnTo>
                <a:lnTo>
                  <a:pt x="803722" y="188388"/>
                </a:lnTo>
                <a:lnTo>
                  <a:pt x="817686" y="169481"/>
                </a:lnTo>
                <a:lnTo>
                  <a:pt x="830597" y="168655"/>
                </a:lnTo>
                <a:lnTo>
                  <a:pt x="832109" y="161358"/>
                </a:lnTo>
                <a:lnTo>
                  <a:pt x="837360" y="159372"/>
                </a:lnTo>
                <a:lnTo>
                  <a:pt x="837002" y="151898"/>
                </a:lnTo>
                <a:lnTo>
                  <a:pt x="856099" y="140634"/>
                </a:lnTo>
                <a:lnTo>
                  <a:pt x="857870" y="137200"/>
                </a:lnTo>
                <a:lnTo>
                  <a:pt x="854806" y="132495"/>
                </a:lnTo>
                <a:lnTo>
                  <a:pt x="859541" y="125293"/>
                </a:lnTo>
                <a:lnTo>
                  <a:pt x="856079" y="120210"/>
                </a:lnTo>
                <a:lnTo>
                  <a:pt x="858805" y="118226"/>
                </a:lnTo>
                <a:lnTo>
                  <a:pt x="858049" y="110380"/>
                </a:lnTo>
                <a:lnTo>
                  <a:pt x="847923" y="109021"/>
                </a:lnTo>
                <a:lnTo>
                  <a:pt x="835271" y="94515"/>
                </a:lnTo>
                <a:lnTo>
                  <a:pt x="827633" y="93713"/>
                </a:lnTo>
                <a:lnTo>
                  <a:pt x="844701" y="78254"/>
                </a:lnTo>
                <a:lnTo>
                  <a:pt x="844522" y="73311"/>
                </a:lnTo>
                <a:lnTo>
                  <a:pt x="836087" y="66787"/>
                </a:lnTo>
                <a:lnTo>
                  <a:pt x="821187" y="63091"/>
                </a:lnTo>
                <a:lnTo>
                  <a:pt x="815180" y="52384"/>
                </a:lnTo>
                <a:lnTo>
                  <a:pt x="801553" y="49691"/>
                </a:lnTo>
                <a:lnTo>
                  <a:pt x="796501" y="43304"/>
                </a:lnTo>
                <a:lnTo>
                  <a:pt x="774201" y="48667"/>
                </a:lnTo>
                <a:lnTo>
                  <a:pt x="763419" y="39610"/>
                </a:lnTo>
                <a:lnTo>
                  <a:pt x="756218" y="39677"/>
                </a:lnTo>
                <a:lnTo>
                  <a:pt x="743586" y="55389"/>
                </a:lnTo>
                <a:lnTo>
                  <a:pt x="729761" y="54476"/>
                </a:lnTo>
                <a:lnTo>
                  <a:pt x="724788" y="59796"/>
                </a:lnTo>
                <a:lnTo>
                  <a:pt x="713489" y="52985"/>
                </a:lnTo>
                <a:lnTo>
                  <a:pt x="708376" y="56412"/>
                </a:lnTo>
                <a:lnTo>
                  <a:pt x="704219" y="70683"/>
                </a:lnTo>
                <a:lnTo>
                  <a:pt x="694551" y="83132"/>
                </a:lnTo>
                <a:lnTo>
                  <a:pt x="666661" y="90238"/>
                </a:lnTo>
                <a:lnTo>
                  <a:pt x="662325" y="97300"/>
                </a:lnTo>
                <a:lnTo>
                  <a:pt x="657551" y="98057"/>
                </a:lnTo>
                <a:lnTo>
                  <a:pt x="640344" y="87609"/>
                </a:lnTo>
                <a:lnTo>
                  <a:pt x="641836" y="84847"/>
                </a:lnTo>
                <a:lnTo>
                  <a:pt x="637579" y="78477"/>
                </a:lnTo>
                <a:lnTo>
                  <a:pt x="610743" y="51293"/>
                </a:lnTo>
                <a:lnTo>
                  <a:pt x="600320" y="55923"/>
                </a:lnTo>
                <a:lnTo>
                  <a:pt x="585818" y="51071"/>
                </a:lnTo>
                <a:lnTo>
                  <a:pt x="583471" y="41969"/>
                </a:lnTo>
                <a:lnTo>
                  <a:pt x="569586" y="26662"/>
                </a:lnTo>
                <a:lnTo>
                  <a:pt x="557829" y="29220"/>
                </a:lnTo>
                <a:lnTo>
                  <a:pt x="555621" y="33959"/>
                </a:lnTo>
                <a:lnTo>
                  <a:pt x="552080" y="28976"/>
                </a:lnTo>
                <a:lnTo>
                  <a:pt x="555680" y="10472"/>
                </a:lnTo>
                <a:lnTo>
                  <a:pt x="537976" y="7492"/>
                </a:lnTo>
                <a:lnTo>
                  <a:pt x="528308" y="18455"/>
                </a:lnTo>
                <a:lnTo>
                  <a:pt x="517805" y="18789"/>
                </a:lnTo>
                <a:lnTo>
                  <a:pt x="514045" y="11672"/>
                </a:lnTo>
                <a:lnTo>
                  <a:pt x="504457" y="9382"/>
                </a:lnTo>
                <a:lnTo>
                  <a:pt x="492879" y="13073"/>
                </a:lnTo>
                <a:lnTo>
                  <a:pt x="486275" y="0"/>
                </a:lnTo>
                <a:lnTo>
                  <a:pt x="486673" y="6225"/>
                </a:lnTo>
                <a:lnTo>
                  <a:pt x="480029" y="9649"/>
                </a:lnTo>
                <a:lnTo>
                  <a:pt x="479671" y="16721"/>
                </a:lnTo>
                <a:lnTo>
                  <a:pt x="467954" y="26529"/>
                </a:lnTo>
                <a:lnTo>
                  <a:pt x="468989" y="38364"/>
                </a:lnTo>
                <a:lnTo>
                  <a:pt x="474320" y="43437"/>
                </a:lnTo>
                <a:lnTo>
                  <a:pt x="468929" y="54231"/>
                </a:lnTo>
                <a:lnTo>
                  <a:pt x="468750" y="64805"/>
                </a:lnTo>
                <a:lnTo>
                  <a:pt x="457431" y="78121"/>
                </a:lnTo>
                <a:lnTo>
                  <a:pt x="448101" y="76851"/>
                </a:lnTo>
                <a:lnTo>
                  <a:pt x="448758" y="66809"/>
                </a:lnTo>
                <a:lnTo>
                  <a:pt x="432227" y="62824"/>
                </a:lnTo>
                <a:lnTo>
                  <a:pt x="430059" y="57236"/>
                </a:lnTo>
                <a:lnTo>
                  <a:pt x="416373" y="72375"/>
                </a:lnTo>
                <a:lnTo>
                  <a:pt x="398350" y="82196"/>
                </a:lnTo>
                <a:lnTo>
                  <a:pt x="391865" y="80414"/>
                </a:lnTo>
                <a:lnTo>
                  <a:pt x="387051" y="75582"/>
                </a:lnTo>
                <a:lnTo>
                  <a:pt x="393217" y="66787"/>
                </a:lnTo>
                <a:lnTo>
                  <a:pt x="393556" y="56591"/>
                </a:lnTo>
                <a:lnTo>
                  <a:pt x="379432" y="62712"/>
                </a:lnTo>
                <a:lnTo>
                  <a:pt x="361787" y="56056"/>
                </a:lnTo>
                <a:lnTo>
                  <a:pt x="354586" y="58349"/>
                </a:lnTo>
                <a:lnTo>
                  <a:pt x="354904" y="65941"/>
                </a:lnTo>
                <a:lnTo>
                  <a:pt x="347723" y="61065"/>
                </a:lnTo>
                <a:lnTo>
                  <a:pt x="336782" y="60953"/>
                </a:lnTo>
                <a:lnTo>
                  <a:pt x="336742" y="54565"/>
                </a:lnTo>
                <a:lnTo>
                  <a:pt x="331709" y="58282"/>
                </a:lnTo>
                <a:lnTo>
                  <a:pt x="325702" y="56769"/>
                </a:lnTo>
                <a:lnTo>
                  <a:pt x="324528" y="51850"/>
                </a:lnTo>
                <a:lnTo>
                  <a:pt x="331789" y="42013"/>
                </a:lnTo>
                <a:lnTo>
                  <a:pt x="327293" y="42236"/>
                </a:lnTo>
                <a:lnTo>
                  <a:pt x="318660" y="47198"/>
                </a:lnTo>
                <a:lnTo>
                  <a:pt x="309271" y="61911"/>
                </a:lnTo>
                <a:lnTo>
                  <a:pt x="297514" y="61844"/>
                </a:lnTo>
                <a:lnTo>
                  <a:pt x="286911" y="55789"/>
                </a:lnTo>
                <a:lnTo>
                  <a:pt x="282256" y="59017"/>
                </a:lnTo>
                <a:lnTo>
                  <a:pt x="274678" y="67966"/>
                </a:lnTo>
                <a:lnTo>
                  <a:pt x="275652" y="72531"/>
                </a:lnTo>
                <a:lnTo>
                  <a:pt x="265786" y="79190"/>
                </a:lnTo>
                <a:lnTo>
                  <a:pt x="260275" y="97099"/>
                </a:lnTo>
                <a:lnTo>
                  <a:pt x="250130" y="106146"/>
                </a:lnTo>
                <a:lnTo>
                  <a:pt x="246848" y="125739"/>
                </a:lnTo>
                <a:lnTo>
                  <a:pt x="242212" y="129774"/>
                </a:lnTo>
                <a:lnTo>
                  <a:pt x="245455" y="137869"/>
                </a:lnTo>
                <a:lnTo>
                  <a:pt x="239109" y="140344"/>
                </a:lnTo>
                <a:lnTo>
                  <a:pt x="232067" y="134992"/>
                </a:lnTo>
                <a:lnTo>
                  <a:pt x="214741" y="144314"/>
                </a:lnTo>
                <a:lnTo>
                  <a:pt x="209668" y="140835"/>
                </a:lnTo>
                <a:lnTo>
                  <a:pt x="197076" y="143735"/>
                </a:lnTo>
                <a:lnTo>
                  <a:pt x="195127" y="140768"/>
                </a:lnTo>
                <a:lnTo>
                  <a:pt x="186215" y="150404"/>
                </a:lnTo>
                <a:lnTo>
                  <a:pt x="172350" y="154486"/>
                </a:lnTo>
                <a:lnTo>
                  <a:pt x="163239" y="152389"/>
                </a:lnTo>
                <a:lnTo>
                  <a:pt x="167476" y="157364"/>
                </a:lnTo>
                <a:lnTo>
                  <a:pt x="152835" y="155066"/>
                </a:lnTo>
                <a:lnTo>
                  <a:pt x="154944" y="163143"/>
                </a:lnTo>
                <a:lnTo>
                  <a:pt x="149115" y="163924"/>
                </a:lnTo>
                <a:lnTo>
                  <a:pt x="144639" y="169771"/>
                </a:lnTo>
                <a:lnTo>
                  <a:pt x="139746" y="167495"/>
                </a:lnTo>
                <a:lnTo>
                  <a:pt x="124210" y="184771"/>
                </a:lnTo>
                <a:lnTo>
                  <a:pt x="118878" y="175150"/>
                </a:lnTo>
                <a:lnTo>
                  <a:pt x="102407" y="174413"/>
                </a:lnTo>
                <a:lnTo>
                  <a:pt x="87607" y="161760"/>
                </a:lnTo>
                <a:lnTo>
                  <a:pt x="79968" y="159685"/>
                </a:lnTo>
                <a:lnTo>
                  <a:pt x="41198" y="171021"/>
                </a:lnTo>
                <a:lnTo>
                  <a:pt x="38950" y="179011"/>
                </a:lnTo>
                <a:lnTo>
                  <a:pt x="23911" y="185418"/>
                </a:lnTo>
                <a:lnTo>
                  <a:pt x="17585" y="194483"/>
                </a:lnTo>
                <a:lnTo>
                  <a:pt x="13408" y="202099"/>
                </a:lnTo>
                <a:lnTo>
                  <a:pt x="12910" y="216350"/>
                </a:lnTo>
                <a:lnTo>
                  <a:pt x="1015" y="230069"/>
                </a:lnTo>
                <a:lnTo>
                  <a:pt x="10861" y="244129"/>
                </a:lnTo>
                <a:lnTo>
                  <a:pt x="5331" y="249539"/>
                </a:lnTo>
                <a:lnTo>
                  <a:pt x="6087" y="259489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FBEE7-FD6C-4993-BE62-D0754D18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067" y="2346563"/>
            <a:ext cx="414801" cy="812039"/>
          </a:xfrm>
          <a:custGeom xmlns:a="http://schemas.openxmlformats.org/drawingml/2006/main">
            <a:pathLst>
              <a:path w="414801" h="812039">
                <a:moveTo>
                  <a:pt x="276726" y="57065"/>
                </a:moveTo>
                <a:lnTo>
                  <a:pt x="264552" y="63134"/>
                </a:lnTo>
                <a:lnTo>
                  <a:pt x="251363" y="56975"/>
                </a:lnTo>
                <a:lnTo>
                  <a:pt x="245634" y="59102"/>
                </a:lnTo>
                <a:lnTo>
                  <a:pt x="230098" y="45243"/>
                </a:lnTo>
                <a:lnTo>
                  <a:pt x="226179" y="54378"/>
                </a:lnTo>
                <a:lnTo>
                  <a:pt x="218899" y="45646"/>
                </a:lnTo>
                <a:lnTo>
                  <a:pt x="221385" y="34521"/>
                </a:lnTo>
                <a:lnTo>
                  <a:pt x="217566" y="24272"/>
                </a:lnTo>
                <a:lnTo>
                  <a:pt x="202368" y="26263"/>
                </a:lnTo>
                <a:lnTo>
                  <a:pt x="200777" y="33469"/>
                </a:lnTo>
                <a:lnTo>
                  <a:pt x="189378" y="34655"/>
                </a:lnTo>
                <a:lnTo>
                  <a:pt x="179710" y="43340"/>
                </a:lnTo>
                <a:lnTo>
                  <a:pt x="178218" y="50728"/>
                </a:lnTo>
                <a:lnTo>
                  <a:pt x="165367" y="51758"/>
                </a:lnTo>
                <a:lnTo>
                  <a:pt x="162225" y="55318"/>
                </a:lnTo>
                <a:lnTo>
                  <a:pt x="161389" y="68084"/>
                </a:lnTo>
                <a:lnTo>
                  <a:pt x="141815" y="72071"/>
                </a:lnTo>
                <a:lnTo>
                  <a:pt x="120490" y="63559"/>
                </a:lnTo>
                <a:lnTo>
                  <a:pt x="120251" y="60133"/>
                </a:lnTo>
                <a:lnTo>
                  <a:pt x="111120" y="66090"/>
                </a:lnTo>
                <a:lnTo>
                  <a:pt x="113527" y="53079"/>
                </a:lnTo>
                <a:lnTo>
                  <a:pt x="111081" y="46877"/>
                </a:lnTo>
                <a:lnTo>
                  <a:pt x="116650" y="46743"/>
                </a:lnTo>
                <a:lnTo>
                  <a:pt x="105332" y="33693"/>
                </a:lnTo>
                <a:lnTo>
                  <a:pt x="109867" y="30448"/>
                </a:lnTo>
                <a:lnTo>
                  <a:pt x="112095" y="21878"/>
                </a:lnTo>
                <a:lnTo>
                  <a:pt x="107142" y="5055"/>
                </a:lnTo>
                <a:lnTo>
                  <a:pt x="105033" y="11295"/>
                </a:lnTo>
                <a:lnTo>
                  <a:pt x="105610" y="4428"/>
                </a:lnTo>
                <a:lnTo>
                  <a:pt x="102129" y="1789"/>
                </a:lnTo>
                <a:lnTo>
                  <a:pt x="99801" y="5793"/>
                </a:lnTo>
                <a:lnTo>
                  <a:pt x="89159" y="0"/>
                </a:lnTo>
                <a:lnTo>
                  <a:pt x="87189" y="4809"/>
                </a:lnTo>
                <a:lnTo>
                  <a:pt x="75055" y="3690"/>
                </a:lnTo>
                <a:lnTo>
                  <a:pt x="70798" y="7090"/>
                </a:lnTo>
                <a:lnTo>
                  <a:pt x="73185" y="9886"/>
                </a:lnTo>
                <a:lnTo>
                  <a:pt x="65168" y="13018"/>
                </a:lnTo>
                <a:lnTo>
                  <a:pt x="68848" y="23622"/>
                </a:lnTo>
                <a:lnTo>
                  <a:pt x="60394" y="28926"/>
                </a:lnTo>
                <a:lnTo>
                  <a:pt x="60812" y="44661"/>
                </a:lnTo>
                <a:lnTo>
                  <a:pt x="55520" y="44952"/>
                </a:lnTo>
                <a:lnTo>
                  <a:pt x="42650" y="30291"/>
                </a:lnTo>
                <a:lnTo>
                  <a:pt x="36284" y="35014"/>
                </a:lnTo>
                <a:lnTo>
                  <a:pt x="25164" y="65508"/>
                </a:lnTo>
                <a:lnTo>
                  <a:pt x="27989" y="72743"/>
                </a:lnTo>
                <a:lnTo>
                  <a:pt x="11975" y="87485"/>
                </a:lnTo>
                <a:lnTo>
                  <a:pt x="12493" y="92258"/>
                </a:lnTo>
                <a:lnTo>
                  <a:pt x="19495" y="95104"/>
                </a:lnTo>
                <a:lnTo>
                  <a:pt x="23374" y="103778"/>
                </a:lnTo>
                <a:lnTo>
                  <a:pt x="22777" y="115347"/>
                </a:lnTo>
                <a:lnTo>
                  <a:pt x="32564" y="121603"/>
                </a:lnTo>
                <a:lnTo>
                  <a:pt x="29461" y="128196"/>
                </a:lnTo>
                <a:lnTo>
                  <a:pt x="20649" y="128196"/>
                </a:lnTo>
                <a:lnTo>
                  <a:pt x="9330" y="142284"/>
                </a:lnTo>
                <a:lnTo>
                  <a:pt x="12572" y="152201"/>
                </a:lnTo>
                <a:lnTo>
                  <a:pt x="21047" y="149486"/>
                </a:lnTo>
                <a:lnTo>
                  <a:pt x="20052" y="156219"/>
                </a:lnTo>
                <a:lnTo>
                  <a:pt x="25244" y="164815"/>
                </a:lnTo>
                <a:lnTo>
                  <a:pt x="18023" y="168451"/>
                </a:lnTo>
                <a:lnTo>
                  <a:pt x="13945" y="164792"/>
                </a:lnTo>
                <a:lnTo>
                  <a:pt x="10086" y="167060"/>
                </a:lnTo>
                <a:lnTo>
                  <a:pt x="14402" y="174176"/>
                </a:lnTo>
                <a:lnTo>
                  <a:pt x="995" y="186436"/>
                </a:lnTo>
                <a:lnTo>
                  <a:pt x="0" y="209843"/>
                </a:lnTo>
                <a:lnTo>
                  <a:pt x="6604" y="215147"/>
                </a:lnTo>
                <a:lnTo>
                  <a:pt x="716" y="224766"/>
                </a:lnTo>
                <a:lnTo>
                  <a:pt x="5908" y="226991"/>
                </a:lnTo>
                <a:lnTo>
                  <a:pt x="10841" y="240974"/>
                </a:lnTo>
                <a:lnTo>
                  <a:pt x="9031" y="252668"/>
                </a:lnTo>
                <a:lnTo>
                  <a:pt x="11856" y="258538"/>
                </a:lnTo>
                <a:lnTo>
                  <a:pt x="19913" y="261373"/>
                </a:lnTo>
                <a:lnTo>
                  <a:pt x="20311" y="268977"/>
                </a:lnTo>
                <a:lnTo>
                  <a:pt x="26477" y="275659"/>
                </a:lnTo>
                <a:lnTo>
                  <a:pt x="22956" y="284526"/>
                </a:lnTo>
                <a:lnTo>
                  <a:pt x="28884" y="287947"/>
                </a:lnTo>
                <a:lnTo>
                  <a:pt x="29680" y="301635"/>
                </a:lnTo>
                <a:lnTo>
                  <a:pt x="42352" y="310259"/>
                </a:lnTo>
                <a:lnTo>
                  <a:pt x="43068" y="322939"/>
                </a:lnTo>
                <a:lnTo>
                  <a:pt x="50328" y="327129"/>
                </a:lnTo>
                <a:lnTo>
                  <a:pt x="53113" y="335172"/>
                </a:lnTo>
                <a:lnTo>
                  <a:pt x="57490" y="334451"/>
                </a:lnTo>
                <a:lnTo>
                  <a:pt x="65049" y="316294"/>
                </a:lnTo>
                <a:lnTo>
                  <a:pt x="74299" y="323750"/>
                </a:lnTo>
                <a:lnTo>
                  <a:pt x="77661" y="320709"/>
                </a:lnTo>
                <a:lnTo>
                  <a:pt x="101453" y="321317"/>
                </a:lnTo>
                <a:lnTo>
                  <a:pt x="110006" y="335127"/>
                </a:lnTo>
                <a:lnTo>
                  <a:pt x="114383" y="346214"/>
                </a:lnTo>
                <a:lnTo>
                  <a:pt x="113050" y="351127"/>
                </a:lnTo>
                <a:lnTo>
                  <a:pt x="105690" y="348445"/>
                </a:lnTo>
                <a:lnTo>
                  <a:pt x="100140" y="362037"/>
                </a:lnTo>
                <a:lnTo>
                  <a:pt x="96957" y="359896"/>
                </a:lnTo>
                <a:lnTo>
                  <a:pt x="90929" y="365419"/>
                </a:lnTo>
                <a:lnTo>
                  <a:pt x="82415" y="361294"/>
                </a:lnTo>
                <a:lnTo>
                  <a:pt x="72210" y="367696"/>
                </a:lnTo>
                <a:lnTo>
                  <a:pt x="70957" y="377889"/>
                </a:lnTo>
                <a:lnTo>
                  <a:pt x="81620" y="388220"/>
                </a:lnTo>
                <a:lnTo>
                  <a:pt x="83131" y="402704"/>
                </a:lnTo>
                <a:lnTo>
                  <a:pt x="89616" y="402659"/>
                </a:lnTo>
                <a:lnTo>
                  <a:pt x="91128" y="409361"/>
                </a:lnTo>
                <a:lnTo>
                  <a:pt x="96440" y="410602"/>
                </a:lnTo>
                <a:lnTo>
                  <a:pt x="90730" y="418163"/>
                </a:lnTo>
                <a:lnTo>
                  <a:pt x="93615" y="421549"/>
                </a:lnTo>
                <a:lnTo>
                  <a:pt x="93157" y="437264"/>
                </a:lnTo>
                <a:lnTo>
                  <a:pt x="100219" y="444626"/>
                </a:lnTo>
                <a:lnTo>
                  <a:pt x="113289" y="443949"/>
                </a:lnTo>
                <a:lnTo>
                  <a:pt x="112334" y="448669"/>
                </a:lnTo>
                <a:lnTo>
                  <a:pt x="104616" y="453074"/>
                </a:lnTo>
                <a:lnTo>
                  <a:pt x="103760" y="460212"/>
                </a:lnTo>
                <a:lnTo>
                  <a:pt x="98290" y="462585"/>
                </a:lnTo>
                <a:lnTo>
                  <a:pt x="98071" y="469431"/>
                </a:lnTo>
                <a:lnTo>
                  <a:pt x="93714" y="469974"/>
                </a:lnTo>
                <a:lnTo>
                  <a:pt x="95803" y="476301"/>
                </a:lnTo>
                <a:lnTo>
                  <a:pt x="105590" y="489887"/>
                </a:lnTo>
                <a:lnTo>
                  <a:pt x="113169" y="490949"/>
                </a:lnTo>
                <a:lnTo>
                  <a:pt x="110683" y="495923"/>
                </a:lnTo>
                <a:lnTo>
                  <a:pt x="114880" y="501395"/>
                </a:lnTo>
                <a:lnTo>
                  <a:pt x="114184" y="512952"/>
                </a:lnTo>
                <a:lnTo>
                  <a:pt x="119953" y="514332"/>
                </a:lnTo>
                <a:lnTo>
                  <a:pt x="125702" y="502843"/>
                </a:lnTo>
                <a:lnTo>
                  <a:pt x="134076" y="497077"/>
                </a:lnTo>
                <a:lnTo>
                  <a:pt x="150925" y="502458"/>
                </a:lnTo>
                <a:lnTo>
                  <a:pt x="154506" y="499315"/>
                </a:lnTo>
                <a:lnTo>
                  <a:pt x="166800" y="513653"/>
                </a:lnTo>
                <a:lnTo>
                  <a:pt x="156853" y="539378"/>
                </a:lnTo>
                <a:lnTo>
                  <a:pt x="149831" y="544720"/>
                </a:lnTo>
                <a:lnTo>
                  <a:pt x="162205" y="564461"/>
                </a:lnTo>
                <a:lnTo>
                  <a:pt x="163139" y="571141"/>
                </a:lnTo>
                <a:lnTo>
                  <a:pt x="156257" y="584414"/>
                </a:lnTo>
                <a:lnTo>
                  <a:pt x="161886" y="588333"/>
                </a:lnTo>
                <a:lnTo>
                  <a:pt x="167297" y="600070"/>
                </a:lnTo>
                <a:lnTo>
                  <a:pt x="184604" y="598461"/>
                </a:lnTo>
                <a:lnTo>
                  <a:pt x="191407" y="589647"/>
                </a:lnTo>
                <a:lnTo>
                  <a:pt x="201473" y="585026"/>
                </a:lnTo>
                <a:lnTo>
                  <a:pt x="215556" y="593340"/>
                </a:lnTo>
                <a:lnTo>
                  <a:pt x="214283" y="603855"/>
                </a:lnTo>
                <a:lnTo>
                  <a:pt x="219475" y="616298"/>
                </a:lnTo>
                <a:lnTo>
                  <a:pt x="224588" y="615573"/>
                </a:lnTo>
                <a:lnTo>
                  <a:pt x="225364" y="619450"/>
                </a:lnTo>
                <a:lnTo>
                  <a:pt x="230615" y="620991"/>
                </a:lnTo>
                <a:lnTo>
                  <a:pt x="225304" y="637589"/>
                </a:lnTo>
                <a:lnTo>
                  <a:pt x="232803" y="652378"/>
                </a:lnTo>
                <a:lnTo>
                  <a:pt x="223195" y="667262"/>
                </a:lnTo>
                <a:lnTo>
                  <a:pt x="223315" y="677226"/>
                </a:lnTo>
                <a:lnTo>
                  <a:pt x="228924" y="695116"/>
                </a:lnTo>
                <a:lnTo>
                  <a:pt x="235509" y="702655"/>
                </a:lnTo>
                <a:lnTo>
                  <a:pt x="234832" y="714670"/>
                </a:lnTo>
                <a:lnTo>
                  <a:pt x="249474" y="718078"/>
                </a:lnTo>
                <a:lnTo>
                  <a:pt x="257788" y="727620"/>
                </a:lnTo>
                <a:lnTo>
                  <a:pt x="274817" y="737255"/>
                </a:lnTo>
                <a:lnTo>
                  <a:pt x="279750" y="753871"/>
                </a:lnTo>
                <a:lnTo>
                  <a:pt x="276309" y="771858"/>
                </a:lnTo>
                <a:lnTo>
                  <a:pt x="266561" y="777931"/>
                </a:lnTo>
                <a:lnTo>
                  <a:pt x="263219" y="789647"/>
                </a:lnTo>
                <a:lnTo>
                  <a:pt x="268968" y="801934"/>
                </a:lnTo>
                <a:lnTo>
                  <a:pt x="278915" y="812039"/>
                </a:lnTo>
                <a:lnTo>
                  <a:pt x="284107" y="811834"/>
                </a:lnTo>
                <a:lnTo>
                  <a:pt x="295107" y="801797"/>
                </a:lnTo>
                <a:lnTo>
                  <a:pt x="295047" y="790511"/>
                </a:lnTo>
                <a:lnTo>
                  <a:pt x="298986" y="786166"/>
                </a:lnTo>
                <a:lnTo>
                  <a:pt x="311041" y="794447"/>
                </a:lnTo>
                <a:lnTo>
                  <a:pt x="318421" y="789692"/>
                </a:lnTo>
                <a:lnTo>
                  <a:pt x="323951" y="780023"/>
                </a:lnTo>
                <a:lnTo>
                  <a:pt x="337100" y="773382"/>
                </a:lnTo>
                <a:lnTo>
                  <a:pt x="344560" y="758714"/>
                </a:lnTo>
                <a:lnTo>
                  <a:pt x="363876" y="746120"/>
                </a:lnTo>
                <a:lnTo>
                  <a:pt x="367099" y="731528"/>
                </a:lnTo>
                <a:lnTo>
                  <a:pt x="385420" y="719804"/>
                </a:lnTo>
                <a:lnTo>
                  <a:pt x="382476" y="712966"/>
                </a:lnTo>
                <a:lnTo>
                  <a:pt x="389955" y="702110"/>
                </a:lnTo>
                <a:lnTo>
                  <a:pt x="387707" y="696455"/>
                </a:lnTo>
                <a:lnTo>
                  <a:pt x="392064" y="690711"/>
                </a:lnTo>
                <a:lnTo>
                  <a:pt x="385877" y="674661"/>
                </a:lnTo>
                <a:lnTo>
                  <a:pt x="397494" y="662565"/>
                </a:lnTo>
                <a:lnTo>
                  <a:pt x="405829" y="662520"/>
                </a:lnTo>
                <a:lnTo>
                  <a:pt x="407680" y="642261"/>
                </a:lnTo>
                <a:lnTo>
                  <a:pt x="414801" y="631081"/>
                </a:lnTo>
                <a:lnTo>
                  <a:pt x="401194" y="632351"/>
                </a:lnTo>
                <a:lnTo>
                  <a:pt x="414065" y="593408"/>
                </a:lnTo>
                <a:lnTo>
                  <a:pt x="381938" y="588311"/>
                </a:lnTo>
                <a:lnTo>
                  <a:pt x="381182" y="583327"/>
                </a:lnTo>
                <a:lnTo>
                  <a:pt x="373444" y="576781"/>
                </a:lnTo>
                <a:lnTo>
                  <a:pt x="340741" y="576758"/>
                </a:lnTo>
                <a:lnTo>
                  <a:pt x="332923" y="568514"/>
                </a:lnTo>
                <a:lnTo>
                  <a:pt x="331650" y="560929"/>
                </a:lnTo>
                <a:lnTo>
                  <a:pt x="326756" y="561472"/>
                </a:lnTo>
                <a:lnTo>
                  <a:pt x="324031" y="556921"/>
                </a:lnTo>
                <a:lnTo>
                  <a:pt x="321505" y="513789"/>
                </a:lnTo>
                <a:lnTo>
                  <a:pt x="315040" y="498659"/>
                </a:lnTo>
                <a:lnTo>
                  <a:pt x="330198" y="476912"/>
                </a:lnTo>
                <a:lnTo>
                  <a:pt x="335509" y="476482"/>
                </a:lnTo>
                <a:lnTo>
                  <a:pt x="335271" y="461207"/>
                </a:lnTo>
                <a:lnTo>
                  <a:pt x="339508" y="455965"/>
                </a:lnTo>
                <a:lnTo>
                  <a:pt x="339189" y="449730"/>
                </a:lnTo>
                <a:lnTo>
                  <a:pt x="347982" y="441012"/>
                </a:lnTo>
                <a:lnTo>
                  <a:pt x="346172" y="435728"/>
                </a:lnTo>
                <a:lnTo>
                  <a:pt x="335668" y="433809"/>
                </a:lnTo>
                <a:lnTo>
                  <a:pt x="328029" y="423423"/>
                </a:lnTo>
                <a:lnTo>
                  <a:pt x="325045" y="411798"/>
                </a:lnTo>
                <a:lnTo>
                  <a:pt x="319535" y="412543"/>
                </a:lnTo>
                <a:lnTo>
                  <a:pt x="316034" y="405051"/>
                </a:lnTo>
                <a:lnTo>
                  <a:pt x="310723" y="404577"/>
                </a:lnTo>
                <a:lnTo>
                  <a:pt x="304815" y="379355"/>
                </a:lnTo>
                <a:lnTo>
                  <a:pt x="297733" y="383934"/>
                </a:lnTo>
                <a:lnTo>
                  <a:pt x="291825" y="379896"/>
                </a:lnTo>
                <a:lnTo>
                  <a:pt x="294530" y="363187"/>
                </a:lnTo>
                <a:lnTo>
                  <a:pt x="319197" y="328255"/>
                </a:lnTo>
                <a:lnTo>
                  <a:pt x="328109" y="302760"/>
                </a:lnTo>
                <a:lnTo>
                  <a:pt x="321903" y="294363"/>
                </a:lnTo>
                <a:lnTo>
                  <a:pt x="328547" y="277370"/>
                </a:lnTo>
                <a:lnTo>
                  <a:pt x="329740" y="262903"/>
                </a:lnTo>
                <a:lnTo>
                  <a:pt x="310365" y="269989"/>
                </a:lnTo>
                <a:lnTo>
                  <a:pt x="288543" y="271587"/>
                </a:lnTo>
                <a:lnTo>
                  <a:pt x="265587" y="283378"/>
                </a:lnTo>
                <a:lnTo>
                  <a:pt x="255541" y="282883"/>
                </a:lnTo>
                <a:lnTo>
                  <a:pt x="250289" y="277077"/>
                </a:lnTo>
                <a:lnTo>
                  <a:pt x="235370" y="277910"/>
                </a:lnTo>
                <a:lnTo>
                  <a:pt x="230894" y="269674"/>
                </a:lnTo>
                <a:lnTo>
                  <a:pt x="230277" y="261395"/>
                </a:lnTo>
                <a:lnTo>
                  <a:pt x="240124" y="255142"/>
                </a:lnTo>
                <a:lnTo>
                  <a:pt x="236822" y="248080"/>
                </a:lnTo>
                <a:lnTo>
                  <a:pt x="231809" y="248395"/>
                </a:lnTo>
                <a:lnTo>
                  <a:pt x="228487" y="243785"/>
                </a:lnTo>
                <a:lnTo>
                  <a:pt x="226398" y="227643"/>
                </a:lnTo>
                <a:lnTo>
                  <a:pt x="234534" y="223844"/>
                </a:lnTo>
                <a:lnTo>
                  <a:pt x="239706" y="209596"/>
                </a:lnTo>
                <a:lnTo>
                  <a:pt x="237259" y="203643"/>
                </a:lnTo>
                <a:lnTo>
                  <a:pt x="233102" y="208653"/>
                </a:lnTo>
                <a:lnTo>
                  <a:pt x="223255" y="204496"/>
                </a:lnTo>
                <a:lnTo>
                  <a:pt x="221604" y="196117"/>
                </a:lnTo>
                <a:lnTo>
                  <a:pt x="232505" y="179812"/>
                </a:lnTo>
                <a:lnTo>
                  <a:pt x="231948" y="163266"/>
                </a:lnTo>
                <a:lnTo>
                  <a:pt x="248260" y="147601"/>
                </a:lnTo>
                <a:lnTo>
                  <a:pt x="264333" y="124967"/>
                </a:lnTo>
                <a:lnTo>
                  <a:pt x="265308" y="115863"/>
                </a:lnTo>
                <a:lnTo>
                  <a:pt x="290114" y="88403"/>
                </a:lnTo>
                <a:lnTo>
                  <a:pt x="286155" y="67098"/>
                </a:lnTo>
                <a:lnTo>
                  <a:pt x="277124" y="63447"/>
                </a:lnTo>
                <a:lnTo>
                  <a:pt x="276726" y="57065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C99FA-97BF-4F87-ACEF-806D2EB5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450" y="2326284"/>
            <a:ext cx="396818" cy="301092"/>
          </a:xfrm>
          <a:custGeom xmlns:a="http://schemas.openxmlformats.org/drawingml/2006/main">
            <a:pathLst>
              <a:path w="396818" h="301092">
                <a:moveTo>
                  <a:pt x="0" y="67873"/>
                </a:moveTo>
                <a:lnTo>
                  <a:pt x="5491" y="92753"/>
                </a:lnTo>
                <a:lnTo>
                  <a:pt x="9907" y="97637"/>
                </a:lnTo>
                <a:lnTo>
                  <a:pt x="14840" y="95844"/>
                </a:lnTo>
                <a:lnTo>
                  <a:pt x="17148" y="105053"/>
                </a:lnTo>
                <a:lnTo>
                  <a:pt x="25523" y="110408"/>
                </a:lnTo>
                <a:lnTo>
                  <a:pt x="31749" y="106374"/>
                </a:lnTo>
                <a:lnTo>
                  <a:pt x="36921" y="109019"/>
                </a:lnTo>
                <a:lnTo>
                  <a:pt x="38831" y="115876"/>
                </a:lnTo>
                <a:lnTo>
                  <a:pt x="35986" y="126367"/>
                </a:lnTo>
                <a:lnTo>
                  <a:pt x="47603" y="133563"/>
                </a:lnTo>
                <a:lnTo>
                  <a:pt x="40442" y="137128"/>
                </a:lnTo>
                <a:lnTo>
                  <a:pt x="38791" y="145964"/>
                </a:lnTo>
                <a:lnTo>
                  <a:pt x="36145" y="138788"/>
                </a:lnTo>
                <a:lnTo>
                  <a:pt x="31808" y="139169"/>
                </a:lnTo>
                <a:lnTo>
                  <a:pt x="29859" y="144080"/>
                </a:lnTo>
                <a:lnTo>
                  <a:pt x="33599" y="146300"/>
                </a:lnTo>
                <a:lnTo>
                  <a:pt x="26199" y="144528"/>
                </a:lnTo>
                <a:lnTo>
                  <a:pt x="16591" y="150404"/>
                </a:lnTo>
                <a:lnTo>
                  <a:pt x="19376" y="156865"/>
                </a:lnTo>
                <a:lnTo>
                  <a:pt x="17625" y="163617"/>
                </a:lnTo>
                <a:lnTo>
                  <a:pt x="21206" y="161015"/>
                </a:lnTo>
                <a:lnTo>
                  <a:pt x="25900" y="165435"/>
                </a:lnTo>
                <a:lnTo>
                  <a:pt x="24468" y="169990"/>
                </a:lnTo>
                <a:lnTo>
                  <a:pt x="28487" y="175196"/>
                </a:lnTo>
                <a:lnTo>
                  <a:pt x="33280" y="176587"/>
                </a:lnTo>
                <a:lnTo>
                  <a:pt x="38015" y="172077"/>
                </a:lnTo>
                <a:lnTo>
                  <a:pt x="45514" y="175039"/>
                </a:lnTo>
                <a:lnTo>
                  <a:pt x="50269" y="166803"/>
                </a:lnTo>
                <a:lnTo>
                  <a:pt x="56416" y="173670"/>
                </a:lnTo>
                <a:lnTo>
                  <a:pt x="60712" y="169339"/>
                </a:lnTo>
                <a:lnTo>
                  <a:pt x="64134" y="173378"/>
                </a:lnTo>
                <a:lnTo>
                  <a:pt x="75314" y="172795"/>
                </a:lnTo>
                <a:lnTo>
                  <a:pt x="75413" y="165053"/>
                </a:lnTo>
                <a:lnTo>
                  <a:pt x="81062" y="164650"/>
                </a:lnTo>
                <a:lnTo>
                  <a:pt x="87687" y="156640"/>
                </a:lnTo>
                <a:lnTo>
                  <a:pt x="88602" y="149821"/>
                </a:lnTo>
                <a:lnTo>
                  <a:pt x="105749" y="150651"/>
                </a:lnTo>
                <a:lnTo>
                  <a:pt x="114920" y="158772"/>
                </a:lnTo>
                <a:lnTo>
                  <a:pt x="114104" y="173041"/>
                </a:lnTo>
                <a:lnTo>
                  <a:pt x="102606" y="176206"/>
                </a:lnTo>
                <a:lnTo>
                  <a:pt x="108474" y="185341"/>
                </a:lnTo>
                <a:lnTo>
                  <a:pt x="120390" y="192906"/>
                </a:lnTo>
                <a:lnTo>
                  <a:pt x="121664" y="201551"/>
                </a:lnTo>
                <a:lnTo>
                  <a:pt x="112314" y="220732"/>
                </a:lnTo>
                <a:lnTo>
                  <a:pt x="111518" y="237830"/>
                </a:lnTo>
                <a:lnTo>
                  <a:pt x="125960" y="236415"/>
                </a:lnTo>
                <a:lnTo>
                  <a:pt x="133122" y="242707"/>
                </a:lnTo>
                <a:lnTo>
                  <a:pt x="143187" y="237943"/>
                </a:lnTo>
                <a:lnTo>
                  <a:pt x="147743" y="225022"/>
                </a:lnTo>
                <a:lnTo>
                  <a:pt x="155421" y="224214"/>
                </a:lnTo>
                <a:lnTo>
                  <a:pt x="158644" y="228932"/>
                </a:lnTo>
                <a:lnTo>
                  <a:pt x="156336" y="234977"/>
                </a:lnTo>
                <a:lnTo>
                  <a:pt x="167436" y="238797"/>
                </a:lnTo>
                <a:lnTo>
                  <a:pt x="171097" y="250485"/>
                </a:lnTo>
                <a:lnTo>
                  <a:pt x="193197" y="263435"/>
                </a:lnTo>
                <a:lnTo>
                  <a:pt x="196062" y="269012"/>
                </a:lnTo>
                <a:lnTo>
                  <a:pt x="206247" y="258735"/>
                </a:lnTo>
                <a:lnTo>
                  <a:pt x="213647" y="260669"/>
                </a:lnTo>
                <a:lnTo>
                  <a:pt x="215596" y="253317"/>
                </a:lnTo>
                <a:lnTo>
                  <a:pt x="223792" y="248821"/>
                </a:lnTo>
                <a:lnTo>
                  <a:pt x="235111" y="249338"/>
                </a:lnTo>
                <a:lnTo>
                  <a:pt x="240004" y="254419"/>
                </a:lnTo>
                <a:lnTo>
                  <a:pt x="251264" y="253677"/>
                </a:lnTo>
                <a:lnTo>
                  <a:pt x="246430" y="267955"/>
                </a:lnTo>
                <a:lnTo>
                  <a:pt x="249434" y="273509"/>
                </a:lnTo>
                <a:lnTo>
                  <a:pt x="256138" y="272700"/>
                </a:lnTo>
                <a:lnTo>
                  <a:pt x="264652" y="277940"/>
                </a:lnTo>
                <a:lnTo>
                  <a:pt x="276587" y="274207"/>
                </a:lnTo>
                <a:lnTo>
                  <a:pt x="281620" y="285521"/>
                </a:lnTo>
                <a:lnTo>
                  <a:pt x="292402" y="291393"/>
                </a:lnTo>
                <a:lnTo>
                  <a:pt x="290949" y="298639"/>
                </a:lnTo>
                <a:lnTo>
                  <a:pt x="293874" y="301069"/>
                </a:lnTo>
                <a:lnTo>
                  <a:pt x="302328" y="301092"/>
                </a:lnTo>
                <a:lnTo>
                  <a:pt x="303721" y="294521"/>
                </a:lnTo>
                <a:lnTo>
                  <a:pt x="334713" y="293599"/>
                </a:lnTo>
                <a:lnTo>
                  <a:pt x="336504" y="268112"/>
                </a:lnTo>
                <a:lnTo>
                  <a:pt x="362066" y="260152"/>
                </a:lnTo>
                <a:lnTo>
                  <a:pt x="358525" y="247270"/>
                </a:lnTo>
                <a:lnTo>
                  <a:pt x="353333" y="245045"/>
                </a:lnTo>
                <a:lnTo>
                  <a:pt x="359221" y="235426"/>
                </a:lnTo>
                <a:lnTo>
                  <a:pt x="352617" y="230123"/>
                </a:lnTo>
                <a:lnTo>
                  <a:pt x="353611" y="206716"/>
                </a:lnTo>
                <a:lnTo>
                  <a:pt x="367019" y="194455"/>
                </a:lnTo>
                <a:lnTo>
                  <a:pt x="362703" y="187339"/>
                </a:lnTo>
                <a:lnTo>
                  <a:pt x="366561" y="185071"/>
                </a:lnTo>
                <a:lnTo>
                  <a:pt x="370640" y="188730"/>
                </a:lnTo>
                <a:lnTo>
                  <a:pt x="377861" y="185094"/>
                </a:lnTo>
                <a:lnTo>
                  <a:pt x="377940" y="181346"/>
                </a:lnTo>
                <a:lnTo>
                  <a:pt x="372669" y="176498"/>
                </a:lnTo>
                <a:lnTo>
                  <a:pt x="373663" y="169765"/>
                </a:lnTo>
                <a:lnTo>
                  <a:pt x="365189" y="172480"/>
                </a:lnTo>
                <a:lnTo>
                  <a:pt x="361947" y="162563"/>
                </a:lnTo>
                <a:lnTo>
                  <a:pt x="373265" y="148475"/>
                </a:lnTo>
                <a:lnTo>
                  <a:pt x="382078" y="148475"/>
                </a:lnTo>
                <a:lnTo>
                  <a:pt x="385181" y="141882"/>
                </a:lnTo>
                <a:lnTo>
                  <a:pt x="375394" y="135626"/>
                </a:lnTo>
                <a:lnTo>
                  <a:pt x="375990" y="124057"/>
                </a:lnTo>
                <a:lnTo>
                  <a:pt x="372112" y="115383"/>
                </a:lnTo>
                <a:lnTo>
                  <a:pt x="365109" y="112537"/>
                </a:lnTo>
                <a:lnTo>
                  <a:pt x="364592" y="107764"/>
                </a:lnTo>
                <a:lnTo>
                  <a:pt x="380606" y="93022"/>
                </a:lnTo>
                <a:lnTo>
                  <a:pt x="377781" y="85787"/>
                </a:lnTo>
                <a:lnTo>
                  <a:pt x="381342" y="74769"/>
                </a:lnTo>
                <a:lnTo>
                  <a:pt x="388901" y="55293"/>
                </a:lnTo>
                <a:lnTo>
                  <a:pt x="395266" y="50570"/>
                </a:lnTo>
                <a:lnTo>
                  <a:pt x="396500" y="44394"/>
                </a:lnTo>
                <a:lnTo>
                  <a:pt x="390552" y="41597"/>
                </a:lnTo>
                <a:lnTo>
                  <a:pt x="396818" y="34281"/>
                </a:lnTo>
                <a:lnTo>
                  <a:pt x="389816" y="25669"/>
                </a:lnTo>
                <a:lnTo>
                  <a:pt x="378895" y="27593"/>
                </a:lnTo>
                <a:lnTo>
                  <a:pt x="374678" y="33431"/>
                </a:lnTo>
                <a:lnTo>
                  <a:pt x="376806" y="39382"/>
                </a:lnTo>
                <a:lnTo>
                  <a:pt x="372052" y="36161"/>
                </a:lnTo>
                <a:lnTo>
                  <a:pt x="372430" y="39561"/>
                </a:lnTo>
                <a:lnTo>
                  <a:pt x="364891" y="44394"/>
                </a:lnTo>
                <a:lnTo>
                  <a:pt x="344003" y="24081"/>
                </a:lnTo>
                <a:lnTo>
                  <a:pt x="339547" y="23880"/>
                </a:lnTo>
                <a:lnTo>
                  <a:pt x="337578" y="32961"/>
                </a:lnTo>
                <a:lnTo>
                  <a:pt x="342432" y="36340"/>
                </a:lnTo>
                <a:lnTo>
                  <a:pt x="329760" y="41977"/>
                </a:lnTo>
                <a:lnTo>
                  <a:pt x="327472" y="39091"/>
                </a:lnTo>
                <a:lnTo>
                  <a:pt x="322161" y="40657"/>
                </a:lnTo>
                <a:lnTo>
                  <a:pt x="325006" y="33342"/>
                </a:lnTo>
                <a:lnTo>
                  <a:pt x="320928" y="33029"/>
                </a:lnTo>
                <a:lnTo>
                  <a:pt x="319217" y="28398"/>
                </a:lnTo>
                <a:lnTo>
                  <a:pt x="316432" y="29338"/>
                </a:lnTo>
                <a:lnTo>
                  <a:pt x="317566" y="34102"/>
                </a:lnTo>
                <a:lnTo>
                  <a:pt x="312354" y="34684"/>
                </a:lnTo>
                <a:lnTo>
                  <a:pt x="312732" y="28420"/>
                </a:lnTo>
                <a:lnTo>
                  <a:pt x="309370" y="21420"/>
                </a:lnTo>
                <a:lnTo>
                  <a:pt x="302567" y="18915"/>
                </a:lnTo>
                <a:lnTo>
                  <a:pt x="297773" y="1788"/>
                </a:lnTo>
                <a:lnTo>
                  <a:pt x="284723" y="0"/>
                </a:lnTo>
                <a:lnTo>
                  <a:pt x="284664" y="8518"/>
                </a:lnTo>
                <a:lnTo>
                  <a:pt x="294172" y="15024"/>
                </a:lnTo>
                <a:lnTo>
                  <a:pt x="288264" y="20414"/>
                </a:lnTo>
                <a:lnTo>
                  <a:pt x="282655" y="15002"/>
                </a:lnTo>
                <a:lnTo>
                  <a:pt x="280983" y="17417"/>
                </a:lnTo>
                <a:lnTo>
                  <a:pt x="283550" y="21330"/>
                </a:lnTo>
                <a:lnTo>
                  <a:pt x="277801" y="29181"/>
                </a:lnTo>
                <a:lnTo>
                  <a:pt x="270321" y="58001"/>
                </a:lnTo>
                <a:lnTo>
                  <a:pt x="266223" y="59143"/>
                </a:lnTo>
                <a:lnTo>
                  <a:pt x="265925" y="64134"/>
                </a:lnTo>
                <a:lnTo>
                  <a:pt x="259181" y="64336"/>
                </a:lnTo>
                <a:lnTo>
                  <a:pt x="248618" y="62769"/>
                </a:lnTo>
                <a:lnTo>
                  <a:pt x="249971" y="59993"/>
                </a:lnTo>
                <a:lnTo>
                  <a:pt x="238135" y="54084"/>
                </a:lnTo>
                <a:lnTo>
                  <a:pt x="233539" y="61537"/>
                </a:lnTo>
                <a:lnTo>
                  <a:pt x="239030" y="70940"/>
                </a:lnTo>
                <a:lnTo>
                  <a:pt x="236265" y="79158"/>
                </a:lnTo>
                <a:lnTo>
                  <a:pt x="230595" y="79225"/>
                </a:lnTo>
                <a:lnTo>
                  <a:pt x="217924" y="62411"/>
                </a:lnTo>
                <a:lnTo>
                  <a:pt x="217168" y="49183"/>
                </a:lnTo>
                <a:lnTo>
                  <a:pt x="209808" y="46788"/>
                </a:lnTo>
                <a:lnTo>
                  <a:pt x="204238" y="38129"/>
                </a:lnTo>
                <a:lnTo>
                  <a:pt x="196281" y="40210"/>
                </a:lnTo>
                <a:lnTo>
                  <a:pt x="193237" y="32536"/>
                </a:lnTo>
                <a:lnTo>
                  <a:pt x="186215" y="32313"/>
                </a:lnTo>
                <a:lnTo>
                  <a:pt x="184862" y="26497"/>
                </a:lnTo>
                <a:lnTo>
                  <a:pt x="187886" y="22426"/>
                </a:lnTo>
                <a:lnTo>
                  <a:pt x="176925" y="13660"/>
                </a:lnTo>
                <a:lnTo>
                  <a:pt x="174737" y="7087"/>
                </a:lnTo>
                <a:lnTo>
                  <a:pt x="161548" y="6662"/>
                </a:lnTo>
                <a:lnTo>
                  <a:pt x="153889" y="9926"/>
                </a:lnTo>
                <a:lnTo>
                  <a:pt x="149235" y="17193"/>
                </a:lnTo>
                <a:lnTo>
                  <a:pt x="151025" y="23902"/>
                </a:lnTo>
                <a:lnTo>
                  <a:pt x="144878" y="31418"/>
                </a:lnTo>
                <a:lnTo>
                  <a:pt x="151144" y="33342"/>
                </a:lnTo>
                <a:lnTo>
                  <a:pt x="149672" y="45177"/>
                </a:lnTo>
                <a:lnTo>
                  <a:pt x="135051" y="42403"/>
                </a:lnTo>
                <a:lnTo>
                  <a:pt x="124687" y="47661"/>
                </a:lnTo>
                <a:lnTo>
                  <a:pt x="113925" y="46856"/>
                </a:lnTo>
                <a:lnTo>
                  <a:pt x="111618" y="41754"/>
                </a:lnTo>
                <a:lnTo>
                  <a:pt x="93794" y="46856"/>
                </a:lnTo>
                <a:lnTo>
                  <a:pt x="83868" y="45759"/>
                </a:lnTo>
                <a:lnTo>
                  <a:pt x="81480" y="41843"/>
                </a:lnTo>
                <a:lnTo>
                  <a:pt x="76865" y="49071"/>
                </a:lnTo>
                <a:lnTo>
                  <a:pt x="72549" y="42626"/>
                </a:lnTo>
                <a:lnTo>
                  <a:pt x="65885" y="55472"/>
                </a:lnTo>
                <a:lnTo>
                  <a:pt x="57868" y="59478"/>
                </a:lnTo>
                <a:lnTo>
                  <a:pt x="58524" y="64157"/>
                </a:lnTo>
                <a:lnTo>
                  <a:pt x="50149" y="68746"/>
                </a:lnTo>
                <a:lnTo>
                  <a:pt x="46529" y="66485"/>
                </a:lnTo>
                <a:lnTo>
                  <a:pt x="43108" y="72060"/>
                </a:lnTo>
                <a:lnTo>
                  <a:pt x="33957" y="72754"/>
                </a:lnTo>
                <a:lnTo>
                  <a:pt x="32007" y="67649"/>
                </a:lnTo>
                <a:lnTo>
                  <a:pt x="22001" y="62881"/>
                </a:lnTo>
                <a:lnTo>
                  <a:pt x="0" y="67873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153E0-F147-4AFA-9567-18822113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441" y="2575105"/>
            <a:ext cx="632009" cy="558966"/>
          </a:xfrm>
          <a:custGeom xmlns:a="http://schemas.openxmlformats.org/drawingml/2006/main">
            <a:pathLst>
              <a:path w="632009" h="558966">
                <a:moveTo>
                  <a:pt x="527075" y="11331"/>
                </a:moveTo>
                <a:lnTo>
                  <a:pt x="501513" y="19291"/>
                </a:lnTo>
                <a:lnTo>
                  <a:pt x="499723" y="44778"/>
                </a:lnTo>
                <a:lnTo>
                  <a:pt x="468730" y="45700"/>
                </a:lnTo>
                <a:lnTo>
                  <a:pt x="467338" y="52271"/>
                </a:lnTo>
                <a:lnTo>
                  <a:pt x="458883" y="52248"/>
                </a:lnTo>
                <a:lnTo>
                  <a:pt x="455959" y="49818"/>
                </a:lnTo>
                <a:lnTo>
                  <a:pt x="457411" y="42572"/>
                </a:lnTo>
                <a:lnTo>
                  <a:pt x="446629" y="36700"/>
                </a:lnTo>
                <a:lnTo>
                  <a:pt x="441597" y="25386"/>
                </a:lnTo>
                <a:lnTo>
                  <a:pt x="429661" y="29119"/>
                </a:lnTo>
                <a:lnTo>
                  <a:pt x="421147" y="23879"/>
                </a:lnTo>
                <a:lnTo>
                  <a:pt x="414443" y="24688"/>
                </a:lnTo>
                <a:lnTo>
                  <a:pt x="411439" y="19134"/>
                </a:lnTo>
                <a:lnTo>
                  <a:pt x="416273" y="4856"/>
                </a:lnTo>
                <a:lnTo>
                  <a:pt x="405014" y="5598"/>
                </a:lnTo>
                <a:lnTo>
                  <a:pt x="400120" y="517"/>
                </a:lnTo>
                <a:lnTo>
                  <a:pt x="388801" y="0"/>
                </a:lnTo>
                <a:lnTo>
                  <a:pt x="380606" y="4496"/>
                </a:lnTo>
                <a:lnTo>
                  <a:pt x="378656" y="11848"/>
                </a:lnTo>
                <a:lnTo>
                  <a:pt x="371256" y="9914"/>
                </a:lnTo>
                <a:lnTo>
                  <a:pt x="361071" y="20191"/>
                </a:lnTo>
                <a:lnTo>
                  <a:pt x="358207" y="14614"/>
                </a:lnTo>
                <a:lnTo>
                  <a:pt x="354924" y="15064"/>
                </a:lnTo>
                <a:lnTo>
                  <a:pt x="355083" y="18639"/>
                </a:lnTo>
                <a:lnTo>
                  <a:pt x="349971" y="20056"/>
                </a:lnTo>
                <a:lnTo>
                  <a:pt x="351582" y="25723"/>
                </a:lnTo>
                <a:lnTo>
                  <a:pt x="346569" y="27950"/>
                </a:lnTo>
                <a:lnTo>
                  <a:pt x="346888" y="37285"/>
                </a:lnTo>
                <a:lnTo>
                  <a:pt x="341736" y="43450"/>
                </a:lnTo>
                <a:lnTo>
                  <a:pt x="336703" y="38320"/>
                </a:lnTo>
                <a:lnTo>
                  <a:pt x="324429" y="49705"/>
                </a:lnTo>
                <a:lnTo>
                  <a:pt x="313667" y="42798"/>
                </a:lnTo>
                <a:lnTo>
                  <a:pt x="298986" y="45002"/>
                </a:lnTo>
                <a:lnTo>
                  <a:pt x="299841" y="41807"/>
                </a:lnTo>
                <a:lnTo>
                  <a:pt x="278616" y="40503"/>
                </a:lnTo>
                <a:lnTo>
                  <a:pt x="267874" y="52789"/>
                </a:lnTo>
                <a:lnTo>
                  <a:pt x="269784" y="56120"/>
                </a:lnTo>
                <a:lnTo>
                  <a:pt x="266879" y="62962"/>
                </a:lnTo>
                <a:lnTo>
                  <a:pt x="262304" y="65889"/>
                </a:lnTo>
                <a:lnTo>
                  <a:pt x="258246" y="63592"/>
                </a:lnTo>
                <a:lnTo>
                  <a:pt x="257808" y="69738"/>
                </a:lnTo>
                <a:lnTo>
                  <a:pt x="252040" y="72958"/>
                </a:lnTo>
                <a:lnTo>
                  <a:pt x="246490" y="83856"/>
                </a:lnTo>
                <a:lnTo>
                  <a:pt x="239786" y="69378"/>
                </a:lnTo>
                <a:lnTo>
                  <a:pt x="224707" y="57920"/>
                </a:lnTo>
                <a:lnTo>
                  <a:pt x="220987" y="65641"/>
                </a:lnTo>
                <a:lnTo>
                  <a:pt x="224409" y="77258"/>
                </a:lnTo>
                <a:lnTo>
                  <a:pt x="219853" y="81964"/>
                </a:lnTo>
                <a:lnTo>
                  <a:pt x="223315" y="89464"/>
                </a:lnTo>
                <a:lnTo>
                  <a:pt x="215258" y="93766"/>
                </a:lnTo>
                <a:lnTo>
                  <a:pt x="212215" y="100366"/>
                </a:lnTo>
                <a:lnTo>
                  <a:pt x="206068" y="99781"/>
                </a:lnTo>
                <a:lnTo>
                  <a:pt x="206645" y="104534"/>
                </a:lnTo>
                <a:lnTo>
                  <a:pt x="198628" y="106607"/>
                </a:lnTo>
                <a:lnTo>
                  <a:pt x="198290" y="114810"/>
                </a:lnTo>
                <a:lnTo>
                  <a:pt x="190810" y="112579"/>
                </a:lnTo>
                <a:lnTo>
                  <a:pt x="182933" y="129077"/>
                </a:lnTo>
                <a:lnTo>
                  <a:pt x="185558" y="155708"/>
                </a:lnTo>
                <a:lnTo>
                  <a:pt x="182177" y="159181"/>
                </a:lnTo>
                <a:lnTo>
                  <a:pt x="191228" y="164212"/>
                </a:lnTo>
                <a:lnTo>
                  <a:pt x="196678" y="185401"/>
                </a:lnTo>
                <a:lnTo>
                  <a:pt x="183350" y="188177"/>
                </a:lnTo>
                <a:lnTo>
                  <a:pt x="182256" y="200954"/>
                </a:lnTo>
                <a:lnTo>
                  <a:pt x="172330" y="205199"/>
                </a:lnTo>
                <a:lnTo>
                  <a:pt x="165347" y="213893"/>
                </a:lnTo>
                <a:lnTo>
                  <a:pt x="157649" y="214458"/>
                </a:lnTo>
                <a:lnTo>
                  <a:pt x="159221" y="207931"/>
                </a:lnTo>
                <a:lnTo>
                  <a:pt x="141695" y="210393"/>
                </a:lnTo>
                <a:lnTo>
                  <a:pt x="139587" y="215994"/>
                </a:lnTo>
                <a:lnTo>
                  <a:pt x="128208" y="220872"/>
                </a:lnTo>
                <a:lnTo>
                  <a:pt x="128168" y="196281"/>
                </a:lnTo>
                <a:lnTo>
                  <a:pt x="117366" y="185333"/>
                </a:lnTo>
                <a:lnTo>
                  <a:pt x="107639" y="187252"/>
                </a:lnTo>
                <a:lnTo>
                  <a:pt x="98727" y="182241"/>
                </a:lnTo>
                <a:lnTo>
                  <a:pt x="100836" y="175764"/>
                </a:lnTo>
                <a:lnTo>
                  <a:pt x="98230" y="172222"/>
                </a:lnTo>
                <a:lnTo>
                  <a:pt x="95724" y="171973"/>
                </a:lnTo>
                <a:lnTo>
                  <a:pt x="95246" y="177253"/>
                </a:lnTo>
                <a:lnTo>
                  <a:pt x="83907" y="171747"/>
                </a:lnTo>
                <a:lnTo>
                  <a:pt x="82395" y="167055"/>
                </a:lnTo>
                <a:lnTo>
                  <a:pt x="65029" y="162543"/>
                </a:lnTo>
                <a:lnTo>
                  <a:pt x="51761" y="177976"/>
                </a:lnTo>
                <a:lnTo>
                  <a:pt x="43585" y="177818"/>
                </a:lnTo>
                <a:lnTo>
                  <a:pt x="38393" y="187252"/>
                </a:lnTo>
                <a:lnTo>
                  <a:pt x="40641" y="196552"/>
                </a:lnTo>
                <a:lnTo>
                  <a:pt x="37736" y="206012"/>
                </a:lnTo>
                <a:lnTo>
                  <a:pt x="27671" y="209580"/>
                </a:lnTo>
                <a:lnTo>
                  <a:pt x="12911" y="206328"/>
                </a:lnTo>
                <a:lnTo>
                  <a:pt x="7699" y="217507"/>
                </a:lnTo>
                <a:lnTo>
                  <a:pt x="13527" y="221527"/>
                </a:lnTo>
                <a:lnTo>
                  <a:pt x="15695" y="233117"/>
                </a:lnTo>
                <a:lnTo>
                  <a:pt x="1850" y="248144"/>
                </a:lnTo>
                <a:lnTo>
                  <a:pt x="0" y="263832"/>
                </a:lnTo>
                <a:lnTo>
                  <a:pt x="20112" y="278507"/>
                </a:lnTo>
                <a:lnTo>
                  <a:pt x="30436" y="277105"/>
                </a:lnTo>
                <a:lnTo>
                  <a:pt x="35847" y="271406"/>
                </a:lnTo>
                <a:lnTo>
                  <a:pt x="38154" y="256168"/>
                </a:lnTo>
                <a:lnTo>
                  <a:pt x="50428" y="258994"/>
                </a:lnTo>
                <a:lnTo>
                  <a:pt x="60633" y="252596"/>
                </a:lnTo>
                <a:lnTo>
                  <a:pt x="67396" y="259378"/>
                </a:lnTo>
                <a:lnTo>
                  <a:pt x="73026" y="255739"/>
                </a:lnTo>
                <a:lnTo>
                  <a:pt x="75035" y="259808"/>
                </a:lnTo>
                <a:lnTo>
                  <a:pt x="72290" y="267743"/>
                </a:lnTo>
                <a:lnTo>
                  <a:pt x="82256" y="269145"/>
                </a:lnTo>
                <a:lnTo>
                  <a:pt x="85578" y="277173"/>
                </a:lnTo>
                <a:lnTo>
                  <a:pt x="99861" y="270886"/>
                </a:lnTo>
                <a:lnTo>
                  <a:pt x="98588" y="279276"/>
                </a:lnTo>
                <a:lnTo>
                  <a:pt x="102388" y="280543"/>
                </a:lnTo>
                <a:lnTo>
                  <a:pt x="113905" y="272898"/>
                </a:lnTo>
                <a:lnTo>
                  <a:pt x="118381" y="274165"/>
                </a:lnTo>
                <a:lnTo>
                  <a:pt x="129959" y="292486"/>
                </a:lnTo>
                <a:lnTo>
                  <a:pt x="135290" y="293640"/>
                </a:lnTo>
                <a:lnTo>
                  <a:pt x="134713" y="299884"/>
                </a:lnTo>
                <a:lnTo>
                  <a:pt x="150925" y="336077"/>
                </a:lnTo>
                <a:lnTo>
                  <a:pt x="161548" y="344728"/>
                </a:lnTo>
                <a:lnTo>
                  <a:pt x="167297" y="355895"/>
                </a:lnTo>
                <a:lnTo>
                  <a:pt x="172290" y="346766"/>
                </a:lnTo>
                <a:lnTo>
                  <a:pt x="163537" y="338500"/>
                </a:lnTo>
                <a:lnTo>
                  <a:pt x="167476" y="334787"/>
                </a:lnTo>
                <a:lnTo>
                  <a:pt x="185539" y="334990"/>
                </a:lnTo>
                <a:lnTo>
                  <a:pt x="199105" y="340697"/>
                </a:lnTo>
                <a:lnTo>
                  <a:pt x="199364" y="336145"/>
                </a:lnTo>
                <a:lnTo>
                  <a:pt x="205033" y="332500"/>
                </a:lnTo>
                <a:lnTo>
                  <a:pt x="220052" y="344094"/>
                </a:lnTo>
                <a:lnTo>
                  <a:pt x="217446" y="357322"/>
                </a:lnTo>
                <a:lnTo>
                  <a:pt x="227134" y="360630"/>
                </a:lnTo>
                <a:lnTo>
                  <a:pt x="228646" y="366430"/>
                </a:lnTo>
                <a:lnTo>
                  <a:pt x="226756" y="372208"/>
                </a:lnTo>
                <a:lnTo>
                  <a:pt x="219336" y="376265"/>
                </a:lnTo>
                <a:lnTo>
                  <a:pt x="224290" y="379483"/>
                </a:lnTo>
                <a:lnTo>
                  <a:pt x="218700" y="384334"/>
                </a:lnTo>
                <a:lnTo>
                  <a:pt x="217745" y="393764"/>
                </a:lnTo>
                <a:lnTo>
                  <a:pt x="242611" y="375698"/>
                </a:lnTo>
                <a:lnTo>
                  <a:pt x="253372" y="381228"/>
                </a:lnTo>
                <a:lnTo>
                  <a:pt x="251184" y="393379"/>
                </a:lnTo>
                <a:lnTo>
                  <a:pt x="241934" y="394467"/>
                </a:lnTo>
                <a:lnTo>
                  <a:pt x="236146" y="401065"/>
                </a:lnTo>
                <a:lnTo>
                  <a:pt x="229004" y="395510"/>
                </a:lnTo>
                <a:lnTo>
                  <a:pt x="223295" y="398095"/>
                </a:lnTo>
                <a:lnTo>
                  <a:pt x="225662" y="404988"/>
                </a:lnTo>
                <a:lnTo>
                  <a:pt x="220450" y="408004"/>
                </a:lnTo>
                <a:lnTo>
                  <a:pt x="223991" y="415761"/>
                </a:lnTo>
                <a:lnTo>
                  <a:pt x="217188" y="419549"/>
                </a:lnTo>
                <a:lnTo>
                  <a:pt x="220649" y="424222"/>
                </a:lnTo>
                <a:lnTo>
                  <a:pt x="220848" y="435249"/>
                </a:lnTo>
                <a:lnTo>
                  <a:pt x="216253" y="433275"/>
                </a:lnTo>
                <a:lnTo>
                  <a:pt x="218998" y="453996"/>
                </a:lnTo>
                <a:lnTo>
                  <a:pt x="231112" y="459717"/>
                </a:lnTo>
                <a:lnTo>
                  <a:pt x="229819" y="475135"/>
                </a:lnTo>
                <a:lnTo>
                  <a:pt x="241099" y="471933"/>
                </a:lnTo>
                <a:lnTo>
                  <a:pt x="242372" y="475180"/>
                </a:lnTo>
                <a:lnTo>
                  <a:pt x="236862" y="486787"/>
                </a:lnTo>
                <a:lnTo>
                  <a:pt x="235986" y="515623"/>
                </a:lnTo>
                <a:lnTo>
                  <a:pt x="232724" y="524306"/>
                </a:lnTo>
                <a:lnTo>
                  <a:pt x="236185" y="529899"/>
                </a:lnTo>
                <a:lnTo>
                  <a:pt x="244103" y="532582"/>
                </a:lnTo>
                <a:lnTo>
                  <a:pt x="242412" y="538427"/>
                </a:lnTo>
                <a:lnTo>
                  <a:pt x="246072" y="538586"/>
                </a:lnTo>
                <a:lnTo>
                  <a:pt x="249632" y="552073"/>
                </a:lnTo>
                <a:lnTo>
                  <a:pt x="258823" y="549844"/>
                </a:lnTo>
                <a:lnTo>
                  <a:pt x="268551" y="541519"/>
                </a:lnTo>
                <a:lnTo>
                  <a:pt x="275752" y="545909"/>
                </a:lnTo>
                <a:lnTo>
                  <a:pt x="277999" y="535402"/>
                </a:lnTo>
                <a:lnTo>
                  <a:pt x="287946" y="531718"/>
                </a:lnTo>
                <a:lnTo>
                  <a:pt x="294948" y="534288"/>
                </a:lnTo>
                <a:lnTo>
                  <a:pt x="305710" y="516305"/>
                </a:lnTo>
                <a:lnTo>
                  <a:pt x="308773" y="524102"/>
                </a:lnTo>
                <a:lnTo>
                  <a:pt x="321206" y="522647"/>
                </a:lnTo>
                <a:lnTo>
                  <a:pt x="326776" y="528285"/>
                </a:lnTo>
                <a:lnTo>
                  <a:pt x="339488" y="528353"/>
                </a:lnTo>
                <a:lnTo>
                  <a:pt x="342829" y="538540"/>
                </a:lnTo>
                <a:lnTo>
                  <a:pt x="349772" y="534993"/>
                </a:lnTo>
                <a:lnTo>
                  <a:pt x="351622" y="544817"/>
                </a:lnTo>
                <a:lnTo>
                  <a:pt x="355820" y="544044"/>
                </a:lnTo>
                <a:lnTo>
                  <a:pt x="357510" y="539904"/>
                </a:lnTo>
                <a:lnTo>
                  <a:pt x="366860" y="540041"/>
                </a:lnTo>
                <a:lnTo>
                  <a:pt x="371137" y="535425"/>
                </a:lnTo>
                <a:lnTo>
                  <a:pt x="375433" y="537426"/>
                </a:lnTo>
                <a:lnTo>
                  <a:pt x="373225" y="521147"/>
                </a:lnTo>
                <a:lnTo>
                  <a:pt x="376408" y="510623"/>
                </a:lnTo>
                <a:lnTo>
                  <a:pt x="382496" y="510032"/>
                </a:lnTo>
                <a:lnTo>
                  <a:pt x="386553" y="519078"/>
                </a:lnTo>
                <a:lnTo>
                  <a:pt x="391805" y="521669"/>
                </a:lnTo>
                <a:lnTo>
                  <a:pt x="396858" y="543453"/>
                </a:lnTo>
                <a:lnTo>
                  <a:pt x="408992" y="548047"/>
                </a:lnTo>
                <a:lnTo>
                  <a:pt x="398668" y="556941"/>
                </a:lnTo>
                <a:lnTo>
                  <a:pt x="403263" y="558966"/>
                </a:lnTo>
                <a:lnTo>
                  <a:pt x="410126" y="554871"/>
                </a:lnTo>
                <a:lnTo>
                  <a:pt x="410982" y="548752"/>
                </a:lnTo>
                <a:lnTo>
                  <a:pt x="415497" y="553575"/>
                </a:lnTo>
                <a:lnTo>
                  <a:pt x="423395" y="546386"/>
                </a:lnTo>
                <a:lnTo>
                  <a:pt x="427075" y="548957"/>
                </a:lnTo>
                <a:lnTo>
                  <a:pt x="434196" y="541178"/>
                </a:lnTo>
                <a:lnTo>
                  <a:pt x="438752" y="547160"/>
                </a:lnTo>
                <a:lnTo>
                  <a:pt x="441616" y="545840"/>
                </a:lnTo>
                <a:lnTo>
                  <a:pt x="441020" y="538972"/>
                </a:lnTo>
                <a:lnTo>
                  <a:pt x="449534" y="540541"/>
                </a:lnTo>
                <a:lnTo>
                  <a:pt x="450071" y="533083"/>
                </a:lnTo>
                <a:lnTo>
                  <a:pt x="452896" y="532241"/>
                </a:lnTo>
                <a:lnTo>
                  <a:pt x="447286" y="525034"/>
                </a:lnTo>
                <a:lnTo>
                  <a:pt x="450946" y="519669"/>
                </a:lnTo>
                <a:lnTo>
                  <a:pt x="452338" y="526694"/>
                </a:lnTo>
                <a:lnTo>
                  <a:pt x="459559" y="521647"/>
                </a:lnTo>
                <a:lnTo>
                  <a:pt x="462762" y="523897"/>
                </a:lnTo>
                <a:lnTo>
                  <a:pt x="462842" y="534083"/>
                </a:lnTo>
                <a:lnTo>
                  <a:pt x="470043" y="536562"/>
                </a:lnTo>
                <a:lnTo>
                  <a:pt x="483610" y="538995"/>
                </a:lnTo>
                <a:lnTo>
                  <a:pt x="489140" y="536243"/>
                </a:lnTo>
                <a:lnTo>
                  <a:pt x="493695" y="539541"/>
                </a:lnTo>
                <a:lnTo>
                  <a:pt x="500021" y="535652"/>
                </a:lnTo>
                <a:lnTo>
                  <a:pt x="500041" y="528922"/>
                </a:lnTo>
                <a:lnTo>
                  <a:pt x="503343" y="527944"/>
                </a:lnTo>
                <a:lnTo>
                  <a:pt x="517347" y="537176"/>
                </a:lnTo>
                <a:lnTo>
                  <a:pt x="526200" y="533856"/>
                </a:lnTo>
                <a:lnTo>
                  <a:pt x="531889" y="536607"/>
                </a:lnTo>
                <a:lnTo>
                  <a:pt x="541716" y="529558"/>
                </a:lnTo>
                <a:lnTo>
                  <a:pt x="543268" y="512872"/>
                </a:lnTo>
                <a:lnTo>
                  <a:pt x="538155" y="499896"/>
                </a:lnTo>
                <a:lnTo>
                  <a:pt x="545217" y="496102"/>
                </a:lnTo>
                <a:lnTo>
                  <a:pt x="562086" y="497919"/>
                </a:lnTo>
                <a:lnTo>
                  <a:pt x="560435" y="488286"/>
                </a:lnTo>
                <a:lnTo>
                  <a:pt x="566403" y="481358"/>
                </a:lnTo>
                <a:lnTo>
                  <a:pt x="575593" y="480336"/>
                </a:lnTo>
                <a:lnTo>
                  <a:pt x="575056" y="471933"/>
                </a:lnTo>
                <a:lnTo>
                  <a:pt x="580407" y="466892"/>
                </a:lnTo>
                <a:lnTo>
                  <a:pt x="591945" y="465325"/>
                </a:lnTo>
                <a:lnTo>
                  <a:pt x="585679" y="451907"/>
                </a:lnTo>
                <a:lnTo>
                  <a:pt x="589518" y="447073"/>
                </a:lnTo>
                <a:lnTo>
                  <a:pt x="588225" y="432617"/>
                </a:lnTo>
                <a:lnTo>
                  <a:pt x="598291" y="434001"/>
                </a:lnTo>
                <a:lnTo>
                  <a:pt x="605910" y="426196"/>
                </a:lnTo>
                <a:lnTo>
                  <a:pt x="599623" y="415375"/>
                </a:lnTo>
                <a:lnTo>
                  <a:pt x="611241" y="409070"/>
                </a:lnTo>
                <a:lnTo>
                  <a:pt x="612414" y="402925"/>
                </a:lnTo>
                <a:lnTo>
                  <a:pt x="606685" y="394580"/>
                </a:lnTo>
                <a:lnTo>
                  <a:pt x="597714" y="393061"/>
                </a:lnTo>
                <a:lnTo>
                  <a:pt x="586932" y="381568"/>
                </a:lnTo>
                <a:lnTo>
                  <a:pt x="593894" y="369194"/>
                </a:lnTo>
                <a:lnTo>
                  <a:pt x="596640" y="351319"/>
                </a:lnTo>
                <a:lnTo>
                  <a:pt x="595287" y="318690"/>
                </a:lnTo>
                <a:lnTo>
                  <a:pt x="587250" y="318645"/>
                </a:lnTo>
                <a:lnTo>
                  <a:pt x="577762" y="308528"/>
                </a:lnTo>
                <a:lnTo>
                  <a:pt x="579353" y="306333"/>
                </a:lnTo>
                <a:lnTo>
                  <a:pt x="573226" y="304183"/>
                </a:lnTo>
                <a:lnTo>
                  <a:pt x="575673" y="295608"/>
                </a:lnTo>
                <a:lnTo>
                  <a:pt x="563498" y="289138"/>
                </a:lnTo>
                <a:lnTo>
                  <a:pt x="564115" y="280248"/>
                </a:lnTo>
                <a:lnTo>
                  <a:pt x="582954" y="275951"/>
                </a:lnTo>
                <a:lnTo>
                  <a:pt x="581163" y="258609"/>
                </a:lnTo>
                <a:lnTo>
                  <a:pt x="584446" y="257343"/>
                </a:lnTo>
                <a:lnTo>
                  <a:pt x="587111" y="261458"/>
                </a:lnTo>
                <a:lnTo>
                  <a:pt x="604059" y="260576"/>
                </a:lnTo>
                <a:lnTo>
                  <a:pt x="615319" y="270592"/>
                </a:lnTo>
                <a:lnTo>
                  <a:pt x="622759" y="266386"/>
                </a:lnTo>
                <a:lnTo>
                  <a:pt x="623216" y="261345"/>
                </a:lnTo>
                <a:lnTo>
                  <a:pt x="611340" y="241432"/>
                </a:lnTo>
                <a:lnTo>
                  <a:pt x="615697" y="240890"/>
                </a:lnTo>
                <a:lnTo>
                  <a:pt x="615916" y="234043"/>
                </a:lnTo>
                <a:lnTo>
                  <a:pt x="621386" y="231671"/>
                </a:lnTo>
                <a:lnTo>
                  <a:pt x="622241" y="224532"/>
                </a:lnTo>
                <a:lnTo>
                  <a:pt x="629960" y="220127"/>
                </a:lnTo>
                <a:lnTo>
                  <a:pt x="630915" y="215407"/>
                </a:lnTo>
                <a:lnTo>
                  <a:pt x="617845" y="216084"/>
                </a:lnTo>
                <a:lnTo>
                  <a:pt x="610783" y="208722"/>
                </a:lnTo>
                <a:lnTo>
                  <a:pt x="611241" y="193007"/>
                </a:lnTo>
                <a:lnTo>
                  <a:pt x="608356" y="189622"/>
                </a:lnTo>
                <a:lnTo>
                  <a:pt x="614066" y="182060"/>
                </a:lnTo>
                <a:lnTo>
                  <a:pt x="608754" y="180819"/>
                </a:lnTo>
                <a:lnTo>
                  <a:pt x="607242" y="174117"/>
                </a:lnTo>
                <a:lnTo>
                  <a:pt x="600757" y="174162"/>
                </a:lnTo>
                <a:lnTo>
                  <a:pt x="599246" y="159678"/>
                </a:lnTo>
                <a:lnTo>
                  <a:pt x="588583" y="149347"/>
                </a:lnTo>
                <a:lnTo>
                  <a:pt x="589836" y="139155"/>
                </a:lnTo>
                <a:lnTo>
                  <a:pt x="600041" y="132752"/>
                </a:lnTo>
                <a:lnTo>
                  <a:pt x="608555" y="136877"/>
                </a:lnTo>
                <a:lnTo>
                  <a:pt x="614583" y="131354"/>
                </a:lnTo>
                <a:lnTo>
                  <a:pt x="617766" y="133495"/>
                </a:lnTo>
                <a:lnTo>
                  <a:pt x="623316" y="119903"/>
                </a:lnTo>
                <a:lnTo>
                  <a:pt x="630676" y="122585"/>
                </a:lnTo>
                <a:lnTo>
                  <a:pt x="632009" y="117672"/>
                </a:lnTo>
                <a:lnTo>
                  <a:pt x="619079" y="92775"/>
                </a:lnTo>
                <a:lnTo>
                  <a:pt x="595287" y="92167"/>
                </a:lnTo>
                <a:lnTo>
                  <a:pt x="591925" y="95208"/>
                </a:lnTo>
                <a:lnTo>
                  <a:pt x="582675" y="87752"/>
                </a:lnTo>
                <a:lnTo>
                  <a:pt x="575116" y="105909"/>
                </a:lnTo>
                <a:lnTo>
                  <a:pt x="570739" y="106630"/>
                </a:lnTo>
                <a:lnTo>
                  <a:pt x="567954" y="98587"/>
                </a:lnTo>
                <a:lnTo>
                  <a:pt x="560694" y="94397"/>
                </a:lnTo>
                <a:lnTo>
                  <a:pt x="559978" y="81717"/>
                </a:lnTo>
                <a:lnTo>
                  <a:pt x="547306" y="73093"/>
                </a:lnTo>
                <a:lnTo>
                  <a:pt x="546510" y="59406"/>
                </a:lnTo>
                <a:lnTo>
                  <a:pt x="540582" y="55984"/>
                </a:lnTo>
                <a:lnTo>
                  <a:pt x="544103" y="47118"/>
                </a:lnTo>
                <a:lnTo>
                  <a:pt x="537936" y="40435"/>
                </a:lnTo>
                <a:lnTo>
                  <a:pt x="537539" y="32831"/>
                </a:lnTo>
                <a:lnTo>
                  <a:pt x="529482" y="29997"/>
                </a:lnTo>
                <a:lnTo>
                  <a:pt x="526657" y="24126"/>
                </a:lnTo>
                <a:lnTo>
                  <a:pt x="527075" y="11331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C7B99-1087-4AC4-AECA-8F600B99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16" y="2495601"/>
            <a:ext cx="823753" cy="695654"/>
          </a:xfrm>
          <a:custGeom xmlns:a="http://schemas.openxmlformats.org/drawingml/2006/main">
            <a:pathLst>
              <a:path w="823753" h="695654">
                <a:moveTo>
                  <a:pt x="429720" y="532887"/>
                </a:moveTo>
                <a:lnTo>
                  <a:pt x="435728" y="522356"/>
                </a:lnTo>
                <a:lnTo>
                  <a:pt x="433580" y="515616"/>
                </a:lnTo>
                <a:lnTo>
                  <a:pt x="438155" y="502728"/>
                </a:lnTo>
                <a:lnTo>
                  <a:pt x="442949" y="499280"/>
                </a:lnTo>
                <a:lnTo>
                  <a:pt x="448519" y="485830"/>
                </a:lnTo>
                <a:lnTo>
                  <a:pt x="451005" y="443442"/>
                </a:lnTo>
                <a:lnTo>
                  <a:pt x="453353" y="439115"/>
                </a:lnTo>
                <a:lnTo>
                  <a:pt x="464691" y="439908"/>
                </a:lnTo>
                <a:lnTo>
                  <a:pt x="466323" y="426996"/>
                </a:lnTo>
                <a:lnTo>
                  <a:pt x="472947" y="424686"/>
                </a:lnTo>
                <a:lnTo>
                  <a:pt x="476468" y="429782"/>
                </a:lnTo>
                <a:lnTo>
                  <a:pt x="472370" y="453005"/>
                </a:lnTo>
                <a:lnTo>
                  <a:pt x="486951" y="470276"/>
                </a:lnTo>
                <a:lnTo>
                  <a:pt x="482754" y="474924"/>
                </a:lnTo>
                <a:lnTo>
                  <a:pt x="483152" y="482270"/>
                </a:lnTo>
                <a:lnTo>
                  <a:pt x="493755" y="487168"/>
                </a:lnTo>
                <a:lnTo>
                  <a:pt x="492442" y="490094"/>
                </a:lnTo>
                <a:lnTo>
                  <a:pt x="499762" y="492566"/>
                </a:lnTo>
                <a:lnTo>
                  <a:pt x="510106" y="482814"/>
                </a:lnTo>
                <a:lnTo>
                  <a:pt x="521047" y="483313"/>
                </a:lnTo>
                <a:lnTo>
                  <a:pt x="525463" y="475332"/>
                </a:lnTo>
                <a:lnTo>
                  <a:pt x="527791" y="479096"/>
                </a:lnTo>
                <a:lnTo>
                  <a:pt x="531610" y="478234"/>
                </a:lnTo>
                <a:lnTo>
                  <a:pt x="534574" y="470276"/>
                </a:lnTo>
                <a:lnTo>
                  <a:pt x="531511" y="451713"/>
                </a:lnTo>
                <a:lnTo>
                  <a:pt x="540880" y="423236"/>
                </a:lnTo>
                <a:lnTo>
                  <a:pt x="533401" y="404307"/>
                </a:lnTo>
                <a:lnTo>
                  <a:pt x="527055" y="397742"/>
                </a:lnTo>
                <a:lnTo>
                  <a:pt x="543486" y="387354"/>
                </a:lnTo>
                <a:lnTo>
                  <a:pt x="541955" y="379592"/>
                </a:lnTo>
                <a:lnTo>
                  <a:pt x="546311" y="363643"/>
                </a:lnTo>
                <a:lnTo>
                  <a:pt x="541199" y="351182"/>
                </a:lnTo>
                <a:lnTo>
                  <a:pt x="553751" y="327739"/>
                </a:lnTo>
                <a:lnTo>
                  <a:pt x="574399" y="328394"/>
                </a:lnTo>
                <a:lnTo>
                  <a:pt x="579194" y="324462"/>
                </a:lnTo>
                <a:lnTo>
                  <a:pt x="585937" y="327310"/>
                </a:lnTo>
                <a:lnTo>
                  <a:pt x="588603" y="324552"/>
                </a:lnTo>
                <a:lnTo>
                  <a:pt x="602070" y="328982"/>
                </a:lnTo>
                <a:lnTo>
                  <a:pt x="618700" y="325614"/>
                </a:lnTo>
                <a:lnTo>
                  <a:pt x="624270" y="335469"/>
                </a:lnTo>
                <a:lnTo>
                  <a:pt x="633540" y="317705"/>
                </a:lnTo>
                <a:lnTo>
                  <a:pt x="637001" y="318202"/>
                </a:lnTo>
                <a:lnTo>
                  <a:pt x="640821" y="312621"/>
                </a:lnTo>
                <a:lnTo>
                  <a:pt x="638652" y="301032"/>
                </a:lnTo>
                <a:lnTo>
                  <a:pt x="632824" y="297012"/>
                </a:lnTo>
                <a:lnTo>
                  <a:pt x="638036" y="285833"/>
                </a:lnTo>
                <a:lnTo>
                  <a:pt x="652796" y="289085"/>
                </a:lnTo>
                <a:lnTo>
                  <a:pt x="662862" y="285516"/>
                </a:lnTo>
                <a:lnTo>
                  <a:pt x="665766" y="276056"/>
                </a:lnTo>
                <a:lnTo>
                  <a:pt x="663518" y="266756"/>
                </a:lnTo>
                <a:lnTo>
                  <a:pt x="668710" y="257322"/>
                </a:lnTo>
                <a:lnTo>
                  <a:pt x="676886" y="257480"/>
                </a:lnTo>
                <a:lnTo>
                  <a:pt x="690155" y="242047"/>
                </a:lnTo>
                <a:lnTo>
                  <a:pt x="707521" y="246559"/>
                </a:lnTo>
                <a:lnTo>
                  <a:pt x="709033" y="251252"/>
                </a:lnTo>
                <a:lnTo>
                  <a:pt x="720372" y="256758"/>
                </a:lnTo>
                <a:lnTo>
                  <a:pt x="720849" y="251478"/>
                </a:lnTo>
                <a:lnTo>
                  <a:pt x="723355" y="251726"/>
                </a:lnTo>
                <a:lnTo>
                  <a:pt x="725961" y="255268"/>
                </a:lnTo>
                <a:lnTo>
                  <a:pt x="723853" y="261745"/>
                </a:lnTo>
                <a:lnTo>
                  <a:pt x="732765" y="266756"/>
                </a:lnTo>
                <a:lnTo>
                  <a:pt x="742492" y="264838"/>
                </a:lnTo>
                <a:lnTo>
                  <a:pt x="753294" y="275786"/>
                </a:lnTo>
                <a:lnTo>
                  <a:pt x="753333" y="300377"/>
                </a:lnTo>
                <a:lnTo>
                  <a:pt x="764712" y="295498"/>
                </a:lnTo>
                <a:lnTo>
                  <a:pt x="766821" y="289897"/>
                </a:lnTo>
                <a:lnTo>
                  <a:pt x="784346" y="287436"/>
                </a:lnTo>
                <a:lnTo>
                  <a:pt x="782775" y="293962"/>
                </a:lnTo>
                <a:lnTo>
                  <a:pt x="790473" y="293398"/>
                </a:lnTo>
                <a:lnTo>
                  <a:pt x="797455" y="284704"/>
                </a:lnTo>
                <a:lnTo>
                  <a:pt x="807382" y="280459"/>
                </a:lnTo>
                <a:lnTo>
                  <a:pt x="808476" y="267681"/>
                </a:lnTo>
                <a:lnTo>
                  <a:pt x="821804" y="264905"/>
                </a:lnTo>
                <a:lnTo>
                  <a:pt x="816353" y="243716"/>
                </a:lnTo>
                <a:lnTo>
                  <a:pt x="807302" y="238686"/>
                </a:lnTo>
                <a:lnTo>
                  <a:pt x="810684" y="235212"/>
                </a:lnTo>
                <a:lnTo>
                  <a:pt x="807183" y="215998"/>
                </a:lnTo>
                <a:lnTo>
                  <a:pt x="811380" y="198483"/>
                </a:lnTo>
                <a:lnTo>
                  <a:pt x="815935" y="192083"/>
                </a:lnTo>
                <a:lnTo>
                  <a:pt x="823415" y="194314"/>
                </a:lnTo>
                <a:lnTo>
                  <a:pt x="823753" y="186112"/>
                </a:lnTo>
                <a:lnTo>
                  <a:pt x="815120" y="180795"/>
                </a:lnTo>
                <a:lnTo>
                  <a:pt x="812932" y="153273"/>
                </a:lnTo>
                <a:lnTo>
                  <a:pt x="805174" y="151922"/>
                </a:lnTo>
                <a:lnTo>
                  <a:pt x="796799" y="140283"/>
                </a:lnTo>
                <a:lnTo>
                  <a:pt x="786892" y="140373"/>
                </a:lnTo>
                <a:lnTo>
                  <a:pt x="786713" y="130448"/>
                </a:lnTo>
                <a:lnTo>
                  <a:pt x="757312" y="111053"/>
                </a:lnTo>
                <a:lnTo>
                  <a:pt x="758545" y="102304"/>
                </a:lnTo>
                <a:lnTo>
                  <a:pt x="737618" y="81483"/>
                </a:lnTo>
                <a:lnTo>
                  <a:pt x="730298" y="87665"/>
                </a:lnTo>
                <a:lnTo>
                  <a:pt x="724609" y="86339"/>
                </a:lnTo>
                <a:lnTo>
                  <a:pt x="721426" y="77302"/>
                </a:lnTo>
                <a:lnTo>
                  <a:pt x="713946" y="77661"/>
                </a:lnTo>
                <a:lnTo>
                  <a:pt x="712952" y="67772"/>
                </a:lnTo>
                <a:lnTo>
                  <a:pt x="697177" y="65817"/>
                </a:lnTo>
                <a:lnTo>
                  <a:pt x="692403" y="58110"/>
                </a:lnTo>
                <a:lnTo>
                  <a:pt x="687608" y="58784"/>
                </a:lnTo>
                <a:lnTo>
                  <a:pt x="678597" y="51707"/>
                </a:lnTo>
                <a:lnTo>
                  <a:pt x="677781" y="55863"/>
                </a:lnTo>
                <a:lnTo>
                  <a:pt x="669844" y="50359"/>
                </a:lnTo>
                <a:lnTo>
                  <a:pt x="664433" y="59525"/>
                </a:lnTo>
                <a:lnTo>
                  <a:pt x="660753" y="57324"/>
                </a:lnTo>
                <a:lnTo>
                  <a:pt x="658844" y="50044"/>
                </a:lnTo>
                <a:lnTo>
                  <a:pt x="663996" y="49146"/>
                </a:lnTo>
                <a:lnTo>
                  <a:pt x="659281" y="41330"/>
                </a:lnTo>
                <a:lnTo>
                  <a:pt x="654209" y="42587"/>
                </a:lnTo>
                <a:lnTo>
                  <a:pt x="659838" y="34996"/>
                </a:lnTo>
                <a:lnTo>
                  <a:pt x="649295" y="32526"/>
                </a:lnTo>
                <a:lnTo>
                  <a:pt x="652299" y="36186"/>
                </a:lnTo>
                <a:lnTo>
                  <a:pt x="650449" y="38477"/>
                </a:lnTo>
                <a:lnTo>
                  <a:pt x="630576" y="12096"/>
                </a:lnTo>
                <a:lnTo>
                  <a:pt x="623932" y="20671"/>
                </a:lnTo>
                <a:lnTo>
                  <a:pt x="604556" y="26980"/>
                </a:lnTo>
                <a:lnTo>
                  <a:pt x="600359" y="33357"/>
                </a:lnTo>
                <a:lnTo>
                  <a:pt x="587310" y="25655"/>
                </a:lnTo>
                <a:lnTo>
                  <a:pt x="556456" y="56200"/>
                </a:lnTo>
                <a:lnTo>
                  <a:pt x="553811" y="50404"/>
                </a:lnTo>
                <a:lnTo>
                  <a:pt x="543745" y="46383"/>
                </a:lnTo>
                <a:lnTo>
                  <a:pt x="536007" y="38095"/>
                </a:lnTo>
                <a:lnTo>
                  <a:pt x="525046" y="48472"/>
                </a:lnTo>
                <a:lnTo>
                  <a:pt x="519734" y="48045"/>
                </a:lnTo>
                <a:lnTo>
                  <a:pt x="515557" y="55301"/>
                </a:lnTo>
                <a:lnTo>
                  <a:pt x="507978" y="50764"/>
                </a:lnTo>
                <a:lnTo>
                  <a:pt x="506884" y="44384"/>
                </a:lnTo>
                <a:lnTo>
                  <a:pt x="498390" y="45440"/>
                </a:lnTo>
                <a:lnTo>
                  <a:pt x="481182" y="31920"/>
                </a:lnTo>
                <a:lnTo>
                  <a:pt x="468889" y="33963"/>
                </a:lnTo>
                <a:lnTo>
                  <a:pt x="465487" y="28417"/>
                </a:lnTo>
                <a:lnTo>
                  <a:pt x="453552" y="28125"/>
                </a:lnTo>
                <a:lnTo>
                  <a:pt x="452358" y="16182"/>
                </a:lnTo>
                <a:lnTo>
                  <a:pt x="448400" y="11805"/>
                </a:lnTo>
                <a:lnTo>
                  <a:pt x="424449" y="12276"/>
                </a:lnTo>
                <a:lnTo>
                  <a:pt x="424688" y="3164"/>
                </a:lnTo>
                <a:lnTo>
                  <a:pt x="420709" y="0"/>
                </a:lnTo>
                <a:lnTo>
                  <a:pt x="379034" y="1908"/>
                </a:lnTo>
                <a:lnTo>
                  <a:pt x="374081" y="5229"/>
                </a:lnTo>
                <a:lnTo>
                  <a:pt x="374717" y="15867"/>
                </a:lnTo>
                <a:lnTo>
                  <a:pt x="370480" y="14677"/>
                </a:lnTo>
                <a:lnTo>
                  <a:pt x="373325" y="27878"/>
                </a:lnTo>
                <a:lnTo>
                  <a:pt x="353671" y="41239"/>
                </a:lnTo>
                <a:lnTo>
                  <a:pt x="349076" y="40790"/>
                </a:lnTo>
                <a:lnTo>
                  <a:pt x="334475" y="23051"/>
                </a:lnTo>
                <a:lnTo>
                  <a:pt x="331312" y="24331"/>
                </a:lnTo>
                <a:lnTo>
                  <a:pt x="332445" y="14116"/>
                </a:lnTo>
                <a:lnTo>
                  <a:pt x="321345" y="21771"/>
                </a:lnTo>
                <a:lnTo>
                  <a:pt x="308077" y="24600"/>
                </a:lnTo>
                <a:lnTo>
                  <a:pt x="295007" y="42677"/>
                </a:lnTo>
                <a:lnTo>
                  <a:pt x="293018" y="50786"/>
                </a:lnTo>
                <a:lnTo>
                  <a:pt x="310345" y="66783"/>
                </a:lnTo>
                <a:lnTo>
                  <a:pt x="315079" y="83664"/>
                </a:lnTo>
                <a:lnTo>
                  <a:pt x="304099" y="98054"/>
                </a:lnTo>
                <a:lnTo>
                  <a:pt x="299046" y="120772"/>
                </a:lnTo>
                <a:lnTo>
                  <a:pt x="283530" y="138842"/>
                </a:lnTo>
                <a:lnTo>
                  <a:pt x="284444" y="151989"/>
                </a:lnTo>
                <a:lnTo>
                  <a:pt x="271693" y="155232"/>
                </a:lnTo>
                <a:lnTo>
                  <a:pt x="264393" y="144110"/>
                </a:lnTo>
                <a:lnTo>
                  <a:pt x="259638" y="145348"/>
                </a:lnTo>
                <a:lnTo>
                  <a:pt x="249016" y="158226"/>
                </a:lnTo>
                <a:lnTo>
                  <a:pt x="231013" y="169149"/>
                </a:lnTo>
                <a:lnTo>
                  <a:pt x="228884" y="182980"/>
                </a:lnTo>
                <a:lnTo>
                  <a:pt x="224070" y="187914"/>
                </a:lnTo>
                <a:lnTo>
                  <a:pt x="217168" y="188635"/>
                </a:lnTo>
                <a:lnTo>
                  <a:pt x="199543" y="178993"/>
                </a:lnTo>
                <a:lnTo>
                  <a:pt x="191009" y="188816"/>
                </a:lnTo>
                <a:lnTo>
                  <a:pt x="192382" y="198551"/>
                </a:lnTo>
                <a:lnTo>
                  <a:pt x="187587" y="208694"/>
                </a:lnTo>
                <a:lnTo>
                  <a:pt x="173742" y="201954"/>
                </a:lnTo>
                <a:lnTo>
                  <a:pt x="153690" y="208469"/>
                </a:lnTo>
                <a:lnTo>
                  <a:pt x="135866" y="221929"/>
                </a:lnTo>
                <a:lnTo>
                  <a:pt x="133579" y="228514"/>
                </a:lnTo>
                <a:lnTo>
                  <a:pt x="138731" y="237039"/>
                </a:lnTo>
                <a:lnTo>
                  <a:pt x="136205" y="244980"/>
                </a:lnTo>
                <a:lnTo>
                  <a:pt x="119356" y="254885"/>
                </a:lnTo>
                <a:lnTo>
                  <a:pt x="116153" y="275695"/>
                </a:lnTo>
                <a:lnTo>
                  <a:pt x="108614" y="276553"/>
                </a:lnTo>
                <a:lnTo>
                  <a:pt x="101074" y="290011"/>
                </a:lnTo>
                <a:lnTo>
                  <a:pt x="90571" y="294211"/>
                </a:lnTo>
                <a:lnTo>
                  <a:pt x="89198" y="298164"/>
                </a:lnTo>
                <a:lnTo>
                  <a:pt x="98389" y="308667"/>
                </a:lnTo>
                <a:lnTo>
                  <a:pt x="96877" y="314903"/>
                </a:lnTo>
                <a:lnTo>
                  <a:pt x="86075" y="318632"/>
                </a:lnTo>
                <a:lnTo>
                  <a:pt x="80664" y="327355"/>
                </a:lnTo>
                <a:lnTo>
                  <a:pt x="78277" y="337888"/>
                </a:lnTo>
                <a:lnTo>
                  <a:pt x="83847" y="342929"/>
                </a:lnTo>
                <a:lnTo>
                  <a:pt x="87905" y="358532"/>
                </a:lnTo>
                <a:lnTo>
                  <a:pt x="87786" y="368755"/>
                </a:lnTo>
                <a:lnTo>
                  <a:pt x="80883" y="373710"/>
                </a:lnTo>
                <a:lnTo>
                  <a:pt x="83529" y="376719"/>
                </a:lnTo>
                <a:lnTo>
                  <a:pt x="80227" y="383077"/>
                </a:lnTo>
                <a:lnTo>
                  <a:pt x="87448" y="385656"/>
                </a:lnTo>
                <a:lnTo>
                  <a:pt x="89178" y="393125"/>
                </a:lnTo>
                <a:lnTo>
                  <a:pt x="79033" y="393962"/>
                </a:lnTo>
                <a:lnTo>
                  <a:pt x="70360" y="408382"/>
                </a:lnTo>
                <a:lnTo>
                  <a:pt x="49732" y="396520"/>
                </a:lnTo>
                <a:lnTo>
                  <a:pt x="38989" y="403945"/>
                </a:lnTo>
                <a:lnTo>
                  <a:pt x="31709" y="402926"/>
                </a:lnTo>
                <a:lnTo>
                  <a:pt x="26219" y="411370"/>
                </a:lnTo>
                <a:lnTo>
                  <a:pt x="11418" y="416352"/>
                </a:lnTo>
                <a:lnTo>
                  <a:pt x="8952" y="425207"/>
                </a:lnTo>
                <a:lnTo>
                  <a:pt x="1392" y="425320"/>
                </a:lnTo>
                <a:lnTo>
                  <a:pt x="0" y="431752"/>
                </a:lnTo>
                <a:lnTo>
                  <a:pt x="16451" y="446003"/>
                </a:lnTo>
                <a:lnTo>
                  <a:pt x="13029" y="458761"/>
                </a:lnTo>
                <a:lnTo>
                  <a:pt x="23891" y="464654"/>
                </a:lnTo>
                <a:lnTo>
                  <a:pt x="19216" y="467964"/>
                </a:lnTo>
                <a:lnTo>
                  <a:pt x="19097" y="476307"/>
                </a:lnTo>
                <a:lnTo>
                  <a:pt x="12910" y="480479"/>
                </a:lnTo>
                <a:lnTo>
                  <a:pt x="10702" y="489346"/>
                </a:lnTo>
                <a:lnTo>
                  <a:pt x="17664" y="488121"/>
                </a:lnTo>
                <a:lnTo>
                  <a:pt x="23473" y="491727"/>
                </a:lnTo>
                <a:lnTo>
                  <a:pt x="38452" y="484923"/>
                </a:lnTo>
                <a:lnTo>
                  <a:pt x="39288" y="492702"/>
                </a:lnTo>
                <a:lnTo>
                  <a:pt x="46608" y="496830"/>
                </a:lnTo>
                <a:lnTo>
                  <a:pt x="44997" y="500891"/>
                </a:lnTo>
                <a:lnTo>
                  <a:pt x="50905" y="504566"/>
                </a:lnTo>
                <a:lnTo>
                  <a:pt x="58345" y="502751"/>
                </a:lnTo>
                <a:lnTo>
                  <a:pt x="55202" y="520948"/>
                </a:lnTo>
                <a:lnTo>
                  <a:pt x="67416" y="527304"/>
                </a:lnTo>
                <a:lnTo>
                  <a:pt x="69405" y="537519"/>
                </a:lnTo>
                <a:lnTo>
                  <a:pt x="66342" y="555344"/>
                </a:lnTo>
                <a:lnTo>
                  <a:pt x="57251" y="565542"/>
                </a:lnTo>
                <a:lnTo>
                  <a:pt x="61269" y="573902"/>
                </a:lnTo>
                <a:lnTo>
                  <a:pt x="60334" y="582128"/>
                </a:lnTo>
                <a:lnTo>
                  <a:pt x="50686" y="599787"/>
                </a:lnTo>
                <a:lnTo>
                  <a:pt x="57290" y="606153"/>
                </a:lnTo>
                <a:lnTo>
                  <a:pt x="69047" y="604402"/>
                </a:lnTo>
                <a:lnTo>
                  <a:pt x="78078" y="613315"/>
                </a:lnTo>
                <a:lnTo>
                  <a:pt x="98866" y="610586"/>
                </a:lnTo>
                <a:lnTo>
                  <a:pt x="99503" y="625368"/>
                </a:lnTo>
                <a:lnTo>
                  <a:pt x="86573" y="659360"/>
                </a:lnTo>
                <a:lnTo>
                  <a:pt x="99702" y="671584"/>
                </a:lnTo>
                <a:lnTo>
                  <a:pt x="103879" y="665597"/>
                </a:lnTo>
                <a:lnTo>
                  <a:pt x="119833" y="672267"/>
                </a:lnTo>
                <a:lnTo>
                  <a:pt x="129023" y="655081"/>
                </a:lnTo>
                <a:lnTo>
                  <a:pt x="136125" y="652760"/>
                </a:lnTo>
                <a:lnTo>
                  <a:pt x="140103" y="662205"/>
                </a:lnTo>
                <a:lnTo>
                  <a:pt x="152139" y="670719"/>
                </a:lnTo>
                <a:lnTo>
                  <a:pt x="152357" y="692716"/>
                </a:lnTo>
                <a:lnTo>
                  <a:pt x="158126" y="695654"/>
                </a:lnTo>
                <a:lnTo>
                  <a:pt x="181341" y="689824"/>
                </a:lnTo>
                <a:lnTo>
                  <a:pt x="193137" y="660817"/>
                </a:lnTo>
                <a:lnTo>
                  <a:pt x="191427" y="657448"/>
                </a:lnTo>
                <a:lnTo>
                  <a:pt x="200100" y="641178"/>
                </a:lnTo>
                <a:lnTo>
                  <a:pt x="235370" y="606062"/>
                </a:lnTo>
                <a:lnTo>
                  <a:pt x="241337" y="612041"/>
                </a:lnTo>
                <a:lnTo>
                  <a:pt x="251164" y="603333"/>
                </a:lnTo>
                <a:lnTo>
                  <a:pt x="260295" y="589286"/>
                </a:lnTo>
                <a:lnTo>
                  <a:pt x="264870" y="562566"/>
                </a:lnTo>
                <a:lnTo>
                  <a:pt x="275354" y="558251"/>
                </a:lnTo>
                <a:lnTo>
                  <a:pt x="285638" y="543195"/>
                </a:lnTo>
                <a:lnTo>
                  <a:pt x="289458" y="544670"/>
                </a:lnTo>
                <a:lnTo>
                  <a:pt x="290532" y="550574"/>
                </a:lnTo>
                <a:lnTo>
                  <a:pt x="297056" y="553527"/>
                </a:lnTo>
                <a:lnTo>
                  <a:pt x="305590" y="549780"/>
                </a:lnTo>
                <a:lnTo>
                  <a:pt x="316710" y="553413"/>
                </a:lnTo>
                <a:lnTo>
                  <a:pt x="320967" y="559795"/>
                </a:lnTo>
                <a:lnTo>
                  <a:pt x="332704" y="551301"/>
                </a:lnTo>
                <a:lnTo>
                  <a:pt x="335708" y="560885"/>
                </a:lnTo>
                <a:lnTo>
                  <a:pt x="330317" y="568858"/>
                </a:lnTo>
                <a:lnTo>
                  <a:pt x="339010" y="577992"/>
                </a:lnTo>
                <a:lnTo>
                  <a:pt x="395664" y="566678"/>
                </a:lnTo>
                <a:lnTo>
                  <a:pt x="398091" y="575470"/>
                </a:lnTo>
                <a:lnTo>
                  <a:pt x="401134" y="575152"/>
                </a:lnTo>
                <a:lnTo>
                  <a:pt x="404696" y="562452"/>
                </a:lnTo>
                <a:lnTo>
                  <a:pt x="399484" y="549325"/>
                </a:lnTo>
                <a:lnTo>
                  <a:pt x="406207" y="546055"/>
                </a:lnTo>
                <a:lnTo>
                  <a:pt x="408614" y="533659"/>
                </a:lnTo>
                <a:lnTo>
                  <a:pt x="406545" y="526850"/>
                </a:lnTo>
                <a:lnTo>
                  <a:pt x="417347" y="521947"/>
                </a:lnTo>
                <a:lnTo>
                  <a:pt x="423653" y="530958"/>
                </a:lnTo>
                <a:lnTo>
                  <a:pt x="429720" y="532887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2CC7A2-5CC6-490B-A16A-A6B04690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0370" y="1599257"/>
            <a:ext cx="669586" cy="584264"/>
          </a:xfrm>
          <a:custGeom xmlns:a="http://schemas.openxmlformats.org/drawingml/2006/main">
            <a:pathLst>
              <a:path w="669586" h="584264">
                <a:moveTo>
                  <a:pt x="0" y="132935"/>
                </a:moveTo>
                <a:lnTo>
                  <a:pt x="5590" y="138557"/>
                </a:lnTo>
                <a:lnTo>
                  <a:pt x="4555" y="163324"/>
                </a:lnTo>
                <a:lnTo>
                  <a:pt x="9548" y="165640"/>
                </a:lnTo>
                <a:lnTo>
                  <a:pt x="18341" y="159904"/>
                </a:lnTo>
                <a:lnTo>
                  <a:pt x="18560" y="166412"/>
                </a:lnTo>
                <a:lnTo>
                  <a:pt x="26576" y="175238"/>
                </a:lnTo>
                <a:lnTo>
                  <a:pt x="27750" y="185280"/>
                </a:lnTo>
                <a:lnTo>
                  <a:pt x="45156" y="199961"/>
                </a:lnTo>
                <a:lnTo>
                  <a:pt x="61826" y="207203"/>
                </a:lnTo>
                <a:lnTo>
                  <a:pt x="67754" y="219793"/>
                </a:lnTo>
                <a:lnTo>
                  <a:pt x="95882" y="223284"/>
                </a:lnTo>
                <a:lnTo>
                  <a:pt x="107659" y="211157"/>
                </a:lnTo>
                <a:lnTo>
                  <a:pt x="115894" y="210052"/>
                </a:lnTo>
                <a:lnTo>
                  <a:pt x="126915" y="224631"/>
                </a:lnTo>
                <a:lnTo>
                  <a:pt x="130137" y="222223"/>
                </a:lnTo>
                <a:lnTo>
                  <a:pt x="139686" y="229956"/>
                </a:lnTo>
                <a:lnTo>
                  <a:pt x="133658" y="235038"/>
                </a:lnTo>
                <a:lnTo>
                  <a:pt x="137438" y="243636"/>
                </a:lnTo>
                <a:lnTo>
                  <a:pt x="132127" y="247393"/>
                </a:lnTo>
                <a:lnTo>
                  <a:pt x="133340" y="268907"/>
                </a:lnTo>
                <a:lnTo>
                  <a:pt x="145495" y="270920"/>
                </a:lnTo>
                <a:lnTo>
                  <a:pt x="154983" y="278728"/>
                </a:lnTo>
                <a:lnTo>
                  <a:pt x="173862" y="269460"/>
                </a:lnTo>
                <a:lnTo>
                  <a:pt x="179869" y="271672"/>
                </a:lnTo>
                <a:lnTo>
                  <a:pt x="175552" y="282201"/>
                </a:lnTo>
                <a:lnTo>
                  <a:pt x="180784" y="285233"/>
                </a:lnTo>
                <a:lnTo>
                  <a:pt x="205769" y="280985"/>
                </a:lnTo>
                <a:lnTo>
                  <a:pt x="221425" y="286449"/>
                </a:lnTo>
                <a:lnTo>
                  <a:pt x="226656" y="320803"/>
                </a:lnTo>
                <a:lnTo>
                  <a:pt x="230416" y="322751"/>
                </a:lnTo>
                <a:lnTo>
                  <a:pt x="222618" y="338211"/>
                </a:lnTo>
                <a:lnTo>
                  <a:pt x="203760" y="354164"/>
                </a:lnTo>
                <a:lnTo>
                  <a:pt x="202427" y="362808"/>
                </a:lnTo>
                <a:lnTo>
                  <a:pt x="189955" y="376598"/>
                </a:lnTo>
                <a:lnTo>
                  <a:pt x="148061" y="395360"/>
                </a:lnTo>
                <a:lnTo>
                  <a:pt x="134335" y="396891"/>
                </a:lnTo>
                <a:lnTo>
                  <a:pt x="125125" y="412822"/>
                </a:lnTo>
                <a:lnTo>
                  <a:pt x="129441" y="432999"/>
                </a:lnTo>
                <a:lnTo>
                  <a:pt x="110325" y="438328"/>
                </a:lnTo>
                <a:lnTo>
                  <a:pt x="104734" y="451298"/>
                </a:lnTo>
                <a:lnTo>
                  <a:pt x="85996" y="458384"/>
                </a:lnTo>
                <a:lnTo>
                  <a:pt x="87309" y="462450"/>
                </a:lnTo>
                <a:lnTo>
                  <a:pt x="76606" y="469449"/>
                </a:lnTo>
                <a:lnTo>
                  <a:pt x="74677" y="484629"/>
                </a:lnTo>
                <a:lnTo>
                  <a:pt x="70857" y="489008"/>
                </a:lnTo>
                <a:lnTo>
                  <a:pt x="79292" y="494900"/>
                </a:lnTo>
                <a:lnTo>
                  <a:pt x="86115" y="493388"/>
                </a:lnTo>
                <a:lnTo>
                  <a:pt x="93933" y="501704"/>
                </a:lnTo>
                <a:lnTo>
                  <a:pt x="99264" y="500236"/>
                </a:lnTo>
                <a:lnTo>
                  <a:pt x="99781" y="510756"/>
                </a:lnTo>
                <a:lnTo>
                  <a:pt x="89716" y="526373"/>
                </a:lnTo>
                <a:lnTo>
                  <a:pt x="97016" y="529110"/>
                </a:lnTo>
                <a:lnTo>
                  <a:pt x="100438" y="534807"/>
                </a:lnTo>
                <a:lnTo>
                  <a:pt x="114044" y="533071"/>
                </a:lnTo>
                <a:lnTo>
                  <a:pt x="124707" y="519432"/>
                </a:lnTo>
                <a:lnTo>
                  <a:pt x="141675" y="511623"/>
                </a:lnTo>
                <a:lnTo>
                  <a:pt x="146091" y="513003"/>
                </a:lnTo>
                <a:lnTo>
                  <a:pt x="145713" y="519966"/>
                </a:lnTo>
                <a:lnTo>
                  <a:pt x="149254" y="518942"/>
                </a:lnTo>
                <a:lnTo>
                  <a:pt x="152855" y="524460"/>
                </a:lnTo>
                <a:lnTo>
                  <a:pt x="135469" y="534251"/>
                </a:lnTo>
                <a:lnTo>
                  <a:pt x="134414" y="541996"/>
                </a:lnTo>
                <a:lnTo>
                  <a:pt x="145017" y="548051"/>
                </a:lnTo>
                <a:lnTo>
                  <a:pt x="156774" y="548118"/>
                </a:lnTo>
                <a:lnTo>
                  <a:pt x="166163" y="533405"/>
                </a:lnTo>
                <a:lnTo>
                  <a:pt x="179292" y="528220"/>
                </a:lnTo>
                <a:lnTo>
                  <a:pt x="172031" y="538056"/>
                </a:lnTo>
                <a:lnTo>
                  <a:pt x="173205" y="542975"/>
                </a:lnTo>
                <a:lnTo>
                  <a:pt x="179213" y="544489"/>
                </a:lnTo>
                <a:lnTo>
                  <a:pt x="184245" y="540772"/>
                </a:lnTo>
                <a:lnTo>
                  <a:pt x="184285" y="547160"/>
                </a:lnTo>
                <a:lnTo>
                  <a:pt x="195226" y="547272"/>
                </a:lnTo>
                <a:lnTo>
                  <a:pt x="202407" y="552147"/>
                </a:lnTo>
                <a:lnTo>
                  <a:pt x="202089" y="544556"/>
                </a:lnTo>
                <a:lnTo>
                  <a:pt x="209290" y="542263"/>
                </a:lnTo>
                <a:lnTo>
                  <a:pt x="226935" y="548919"/>
                </a:lnTo>
                <a:lnTo>
                  <a:pt x="241059" y="542797"/>
                </a:lnTo>
                <a:lnTo>
                  <a:pt x="240720" y="552993"/>
                </a:lnTo>
                <a:lnTo>
                  <a:pt x="234554" y="561789"/>
                </a:lnTo>
                <a:lnTo>
                  <a:pt x="239368" y="566621"/>
                </a:lnTo>
                <a:lnTo>
                  <a:pt x="245853" y="568403"/>
                </a:lnTo>
                <a:lnTo>
                  <a:pt x="263876" y="558582"/>
                </a:lnTo>
                <a:lnTo>
                  <a:pt x="277562" y="543443"/>
                </a:lnTo>
                <a:lnTo>
                  <a:pt x="279730" y="549031"/>
                </a:lnTo>
                <a:lnTo>
                  <a:pt x="296261" y="553016"/>
                </a:lnTo>
                <a:lnTo>
                  <a:pt x="295604" y="563058"/>
                </a:lnTo>
                <a:lnTo>
                  <a:pt x="304934" y="564328"/>
                </a:lnTo>
                <a:lnTo>
                  <a:pt x="316253" y="551012"/>
                </a:lnTo>
                <a:lnTo>
                  <a:pt x="316432" y="540438"/>
                </a:lnTo>
                <a:lnTo>
                  <a:pt x="321823" y="529644"/>
                </a:lnTo>
                <a:lnTo>
                  <a:pt x="316492" y="524571"/>
                </a:lnTo>
                <a:lnTo>
                  <a:pt x="315457" y="512736"/>
                </a:lnTo>
                <a:lnTo>
                  <a:pt x="327174" y="502927"/>
                </a:lnTo>
                <a:lnTo>
                  <a:pt x="327532" y="495856"/>
                </a:lnTo>
                <a:lnTo>
                  <a:pt x="334176" y="492432"/>
                </a:lnTo>
                <a:lnTo>
                  <a:pt x="333778" y="486207"/>
                </a:lnTo>
                <a:lnTo>
                  <a:pt x="340383" y="499280"/>
                </a:lnTo>
                <a:lnTo>
                  <a:pt x="351960" y="495589"/>
                </a:lnTo>
                <a:lnTo>
                  <a:pt x="361548" y="497879"/>
                </a:lnTo>
                <a:lnTo>
                  <a:pt x="365308" y="504995"/>
                </a:lnTo>
                <a:lnTo>
                  <a:pt x="375811" y="504662"/>
                </a:lnTo>
                <a:lnTo>
                  <a:pt x="385479" y="493699"/>
                </a:lnTo>
                <a:lnTo>
                  <a:pt x="403184" y="496679"/>
                </a:lnTo>
                <a:lnTo>
                  <a:pt x="399583" y="515182"/>
                </a:lnTo>
                <a:lnTo>
                  <a:pt x="403124" y="520165"/>
                </a:lnTo>
                <a:lnTo>
                  <a:pt x="405332" y="515427"/>
                </a:lnTo>
                <a:lnTo>
                  <a:pt x="417089" y="512869"/>
                </a:lnTo>
                <a:lnTo>
                  <a:pt x="430974" y="528176"/>
                </a:lnTo>
                <a:lnTo>
                  <a:pt x="433321" y="537277"/>
                </a:lnTo>
                <a:lnTo>
                  <a:pt x="447823" y="542130"/>
                </a:lnTo>
                <a:lnTo>
                  <a:pt x="458246" y="537500"/>
                </a:lnTo>
                <a:lnTo>
                  <a:pt x="485082" y="564684"/>
                </a:lnTo>
                <a:lnTo>
                  <a:pt x="489339" y="571054"/>
                </a:lnTo>
                <a:lnTo>
                  <a:pt x="487847" y="573816"/>
                </a:lnTo>
                <a:lnTo>
                  <a:pt x="505054" y="584264"/>
                </a:lnTo>
                <a:lnTo>
                  <a:pt x="509828" y="583506"/>
                </a:lnTo>
                <a:lnTo>
                  <a:pt x="514165" y="576444"/>
                </a:lnTo>
                <a:lnTo>
                  <a:pt x="542054" y="569339"/>
                </a:lnTo>
                <a:lnTo>
                  <a:pt x="551722" y="556890"/>
                </a:lnTo>
                <a:lnTo>
                  <a:pt x="555879" y="542619"/>
                </a:lnTo>
                <a:lnTo>
                  <a:pt x="560992" y="539192"/>
                </a:lnTo>
                <a:lnTo>
                  <a:pt x="572291" y="546003"/>
                </a:lnTo>
                <a:lnTo>
                  <a:pt x="577264" y="540683"/>
                </a:lnTo>
                <a:lnTo>
                  <a:pt x="591090" y="541595"/>
                </a:lnTo>
                <a:lnTo>
                  <a:pt x="603721" y="525884"/>
                </a:lnTo>
                <a:lnTo>
                  <a:pt x="610922" y="525817"/>
                </a:lnTo>
                <a:lnTo>
                  <a:pt x="621704" y="534874"/>
                </a:lnTo>
                <a:lnTo>
                  <a:pt x="627015" y="531514"/>
                </a:lnTo>
                <a:lnTo>
                  <a:pt x="636444" y="532871"/>
                </a:lnTo>
                <a:lnTo>
                  <a:pt x="646888" y="526907"/>
                </a:lnTo>
                <a:lnTo>
                  <a:pt x="660495" y="508509"/>
                </a:lnTo>
                <a:lnTo>
                  <a:pt x="656914" y="501926"/>
                </a:lnTo>
                <a:lnTo>
                  <a:pt x="660753" y="494322"/>
                </a:lnTo>
                <a:lnTo>
                  <a:pt x="660853" y="482094"/>
                </a:lnTo>
                <a:lnTo>
                  <a:pt x="656954" y="474804"/>
                </a:lnTo>
                <a:lnTo>
                  <a:pt x="663359" y="469293"/>
                </a:lnTo>
                <a:lnTo>
                  <a:pt x="669586" y="445323"/>
                </a:lnTo>
                <a:lnTo>
                  <a:pt x="662444" y="437839"/>
                </a:lnTo>
                <a:lnTo>
                  <a:pt x="667716" y="428892"/>
                </a:lnTo>
                <a:lnTo>
                  <a:pt x="666821" y="415196"/>
                </a:lnTo>
                <a:lnTo>
                  <a:pt x="661350" y="418503"/>
                </a:lnTo>
                <a:lnTo>
                  <a:pt x="657869" y="411823"/>
                </a:lnTo>
                <a:lnTo>
                  <a:pt x="641696" y="415929"/>
                </a:lnTo>
                <a:lnTo>
                  <a:pt x="634157" y="409182"/>
                </a:lnTo>
                <a:lnTo>
                  <a:pt x="632963" y="400662"/>
                </a:lnTo>
                <a:lnTo>
                  <a:pt x="636763" y="394939"/>
                </a:lnTo>
                <a:lnTo>
                  <a:pt x="634336" y="387619"/>
                </a:lnTo>
                <a:lnTo>
                  <a:pt x="627214" y="385912"/>
                </a:lnTo>
                <a:lnTo>
                  <a:pt x="622759" y="392210"/>
                </a:lnTo>
                <a:lnTo>
                  <a:pt x="621167" y="385446"/>
                </a:lnTo>
                <a:lnTo>
                  <a:pt x="614423" y="381299"/>
                </a:lnTo>
                <a:lnTo>
                  <a:pt x="615677" y="365912"/>
                </a:lnTo>
                <a:lnTo>
                  <a:pt x="602926" y="373072"/>
                </a:lnTo>
                <a:lnTo>
                  <a:pt x="600359" y="370456"/>
                </a:lnTo>
                <a:lnTo>
                  <a:pt x="592820" y="329307"/>
                </a:lnTo>
                <a:lnTo>
                  <a:pt x="574399" y="335575"/>
                </a:lnTo>
                <a:lnTo>
                  <a:pt x="567576" y="331987"/>
                </a:lnTo>
                <a:lnTo>
                  <a:pt x="569486" y="320847"/>
                </a:lnTo>
                <a:lnTo>
                  <a:pt x="558863" y="323615"/>
                </a:lnTo>
                <a:lnTo>
                  <a:pt x="551204" y="319253"/>
                </a:lnTo>
                <a:lnTo>
                  <a:pt x="553194" y="312101"/>
                </a:lnTo>
                <a:lnTo>
                  <a:pt x="545535" y="304508"/>
                </a:lnTo>
                <a:lnTo>
                  <a:pt x="530854" y="308648"/>
                </a:lnTo>
                <a:lnTo>
                  <a:pt x="517964" y="323593"/>
                </a:lnTo>
                <a:lnTo>
                  <a:pt x="512911" y="313385"/>
                </a:lnTo>
                <a:lnTo>
                  <a:pt x="515040" y="304619"/>
                </a:lnTo>
                <a:lnTo>
                  <a:pt x="502030" y="315843"/>
                </a:lnTo>
                <a:lnTo>
                  <a:pt x="498131" y="313939"/>
                </a:lnTo>
                <a:lnTo>
                  <a:pt x="499941" y="300745"/>
                </a:lnTo>
                <a:lnTo>
                  <a:pt x="489557" y="279149"/>
                </a:lnTo>
                <a:lnTo>
                  <a:pt x="501115" y="264993"/>
                </a:lnTo>
                <a:lnTo>
                  <a:pt x="499762" y="253119"/>
                </a:lnTo>
                <a:lnTo>
                  <a:pt x="490930" y="252544"/>
                </a:lnTo>
                <a:lnTo>
                  <a:pt x="488841" y="255706"/>
                </a:lnTo>
                <a:lnTo>
                  <a:pt x="479810" y="245006"/>
                </a:lnTo>
                <a:lnTo>
                  <a:pt x="470500" y="244630"/>
                </a:lnTo>
                <a:lnTo>
                  <a:pt x="469506" y="238044"/>
                </a:lnTo>
                <a:lnTo>
                  <a:pt x="479014" y="217253"/>
                </a:lnTo>
                <a:lnTo>
                  <a:pt x="489199" y="211090"/>
                </a:lnTo>
                <a:lnTo>
                  <a:pt x="489159" y="196847"/>
                </a:lnTo>
                <a:lnTo>
                  <a:pt x="492462" y="190158"/>
                </a:lnTo>
                <a:lnTo>
                  <a:pt x="514960" y="185964"/>
                </a:lnTo>
                <a:lnTo>
                  <a:pt x="518541" y="178570"/>
                </a:lnTo>
                <a:lnTo>
                  <a:pt x="516810" y="173075"/>
                </a:lnTo>
                <a:lnTo>
                  <a:pt x="523335" y="164361"/>
                </a:lnTo>
                <a:lnTo>
                  <a:pt x="499205" y="138931"/>
                </a:lnTo>
                <a:lnTo>
                  <a:pt x="482774" y="139681"/>
                </a:lnTo>
                <a:lnTo>
                  <a:pt x="478418" y="133266"/>
                </a:lnTo>
                <a:lnTo>
                  <a:pt x="506745" y="120636"/>
                </a:lnTo>
                <a:lnTo>
                  <a:pt x="508435" y="113981"/>
                </a:lnTo>
                <a:lnTo>
                  <a:pt x="516333" y="111557"/>
                </a:lnTo>
                <a:lnTo>
                  <a:pt x="518282" y="105388"/>
                </a:lnTo>
                <a:lnTo>
                  <a:pt x="511698" y="97502"/>
                </a:lnTo>
                <a:lnTo>
                  <a:pt x="506426" y="98251"/>
                </a:lnTo>
                <a:lnTo>
                  <a:pt x="504377" y="87702"/>
                </a:lnTo>
                <a:lnTo>
                  <a:pt x="493039" y="85236"/>
                </a:lnTo>
                <a:lnTo>
                  <a:pt x="496221" y="84994"/>
                </a:lnTo>
                <a:lnTo>
                  <a:pt x="489677" y="67316"/>
                </a:lnTo>
                <a:lnTo>
                  <a:pt x="480765" y="73325"/>
                </a:lnTo>
                <a:lnTo>
                  <a:pt x="447783" y="71058"/>
                </a:lnTo>
                <a:lnTo>
                  <a:pt x="444600" y="67668"/>
                </a:lnTo>
                <a:lnTo>
                  <a:pt x="452876" y="44982"/>
                </a:lnTo>
                <a:lnTo>
                  <a:pt x="449176" y="33061"/>
                </a:lnTo>
                <a:lnTo>
                  <a:pt x="458147" y="16769"/>
                </a:lnTo>
                <a:lnTo>
                  <a:pt x="454368" y="14879"/>
                </a:lnTo>
                <a:lnTo>
                  <a:pt x="458724" y="12439"/>
                </a:lnTo>
                <a:lnTo>
                  <a:pt x="460057" y="5428"/>
                </a:lnTo>
                <a:lnTo>
                  <a:pt x="456655" y="0"/>
                </a:lnTo>
                <a:lnTo>
                  <a:pt x="386036" y="59679"/>
                </a:lnTo>
                <a:lnTo>
                  <a:pt x="347823" y="109773"/>
                </a:lnTo>
                <a:lnTo>
                  <a:pt x="329700" y="124977"/>
                </a:lnTo>
                <a:lnTo>
                  <a:pt x="305451" y="160434"/>
                </a:lnTo>
                <a:lnTo>
                  <a:pt x="301672" y="163632"/>
                </a:lnTo>
                <a:lnTo>
                  <a:pt x="285181" y="159397"/>
                </a:lnTo>
                <a:lnTo>
                  <a:pt x="286155" y="166214"/>
                </a:lnTo>
                <a:lnTo>
                  <a:pt x="281759" y="171244"/>
                </a:lnTo>
                <a:lnTo>
                  <a:pt x="278178" y="169876"/>
                </a:lnTo>
                <a:lnTo>
                  <a:pt x="269784" y="133685"/>
                </a:lnTo>
                <a:lnTo>
                  <a:pt x="255640" y="136264"/>
                </a:lnTo>
                <a:lnTo>
                  <a:pt x="245296" y="143716"/>
                </a:lnTo>
                <a:lnTo>
                  <a:pt x="237617" y="155559"/>
                </a:lnTo>
                <a:lnTo>
                  <a:pt x="230695" y="153993"/>
                </a:lnTo>
                <a:lnTo>
                  <a:pt x="216770" y="99132"/>
                </a:lnTo>
                <a:lnTo>
                  <a:pt x="228964" y="82484"/>
                </a:lnTo>
                <a:lnTo>
                  <a:pt x="250627" y="63531"/>
                </a:lnTo>
                <a:lnTo>
                  <a:pt x="260056" y="35481"/>
                </a:lnTo>
                <a:lnTo>
                  <a:pt x="258326" y="31170"/>
                </a:lnTo>
                <a:lnTo>
                  <a:pt x="241278" y="45577"/>
                </a:lnTo>
                <a:lnTo>
                  <a:pt x="233480" y="63377"/>
                </a:lnTo>
                <a:lnTo>
                  <a:pt x="224528" y="67844"/>
                </a:lnTo>
                <a:lnTo>
                  <a:pt x="220728" y="33414"/>
                </a:lnTo>
                <a:lnTo>
                  <a:pt x="208614" y="25871"/>
                </a:lnTo>
                <a:lnTo>
                  <a:pt x="201552" y="25761"/>
                </a:lnTo>
                <a:lnTo>
                  <a:pt x="173881" y="46281"/>
                </a:lnTo>
                <a:lnTo>
                  <a:pt x="178317" y="50306"/>
                </a:lnTo>
                <a:lnTo>
                  <a:pt x="173106" y="55367"/>
                </a:lnTo>
                <a:lnTo>
                  <a:pt x="171932" y="69209"/>
                </a:lnTo>
                <a:lnTo>
                  <a:pt x="163716" y="71190"/>
                </a:lnTo>
                <a:lnTo>
                  <a:pt x="162941" y="75395"/>
                </a:lnTo>
                <a:lnTo>
                  <a:pt x="152616" y="82990"/>
                </a:lnTo>
                <a:lnTo>
                  <a:pt x="146629" y="80414"/>
                </a:lnTo>
                <a:lnTo>
                  <a:pt x="134991" y="104904"/>
                </a:lnTo>
                <a:lnTo>
                  <a:pt x="132087" y="106225"/>
                </a:lnTo>
                <a:lnTo>
                  <a:pt x="130058" y="101930"/>
                </a:lnTo>
                <a:lnTo>
                  <a:pt x="121782" y="105014"/>
                </a:lnTo>
                <a:lnTo>
                  <a:pt x="112353" y="95168"/>
                </a:lnTo>
                <a:lnTo>
                  <a:pt x="106187" y="98648"/>
                </a:lnTo>
                <a:lnTo>
                  <a:pt x="93257" y="92150"/>
                </a:lnTo>
                <a:lnTo>
                  <a:pt x="79809" y="102062"/>
                </a:lnTo>
                <a:lnTo>
                  <a:pt x="68908" y="97436"/>
                </a:lnTo>
                <a:lnTo>
                  <a:pt x="66680" y="89948"/>
                </a:lnTo>
                <a:lnTo>
                  <a:pt x="45057" y="88099"/>
                </a:lnTo>
                <a:lnTo>
                  <a:pt x="29640" y="116625"/>
                </a:lnTo>
                <a:lnTo>
                  <a:pt x="27671" y="115105"/>
                </a:lnTo>
                <a:lnTo>
                  <a:pt x="19833" y="125595"/>
                </a:lnTo>
                <a:lnTo>
                  <a:pt x="1572" y="126278"/>
                </a:lnTo>
                <a:lnTo>
                  <a:pt x="0" y="132935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D069-DEC1-484A-A2DF-41219EAB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930" y="1619412"/>
            <a:ext cx="19296" cy="13566"/>
          </a:xfrm>
          <a:custGeom xmlns:a="http://schemas.openxmlformats.org/drawingml/2006/main">
            <a:pathLst>
              <a:path w="19296" h="13566">
                <a:moveTo>
                  <a:pt x="0" y="1341"/>
                </a:moveTo>
                <a:lnTo>
                  <a:pt x="18679" y="13566"/>
                </a:lnTo>
                <a:lnTo>
                  <a:pt x="19296" y="8069"/>
                </a:lnTo>
                <a:lnTo>
                  <a:pt x="12055" y="0"/>
                </a:lnTo>
                <a:lnTo>
                  <a:pt x="0" y="1341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B44EF-9684-4750-A1CE-BEABEE15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031" y="1485900"/>
            <a:ext cx="659321" cy="704707"/>
          </a:xfrm>
          <a:custGeom xmlns:a="http://schemas.openxmlformats.org/drawingml/2006/main">
            <a:pathLst>
              <a:path w="659321" h="704707">
                <a:moveTo>
                  <a:pt x="651583" y="258198"/>
                </a:moveTo>
                <a:lnTo>
                  <a:pt x="651066" y="241046"/>
                </a:lnTo>
                <a:lnTo>
                  <a:pt x="658605" y="229211"/>
                </a:lnTo>
                <a:lnTo>
                  <a:pt x="658784" y="221235"/>
                </a:lnTo>
                <a:lnTo>
                  <a:pt x="633759" y="208811"/>
                </a:lnTo>
                <a:lnTo>
                  <a:pt x="631531" y="203173"/>
                </a:lnTo>
                <a:lnTo>
                  <a:pt x="637320" y="190887"/>
                </a:lnTo>
                <a:lnTo>
                  <a:pt x="621048" y="203063"/>
                </a:lnTo>
                <a:lnTo>
                  <a:pt x="620630" y="208150"/>
                </a:lnTo>
                <a:lnTo>
                  <a:pt x="613310" y="192098"/>
                </a:lnTo>
                <a:lnTo>
                  <a:pt x="589080" y="190865"/>
                </a:lnTo>
                <a:lnTo>
                  <a:pt x="581939" y="180211"/>
                </a:lnTo>
                <a:lnTo>
                  <a:pt x="572331" y="181796"/>
                </a:lnTo>
                <a:lnTo>
                  <a:pt x="570322" y="176074"/>
                </a:lnTo>
                <a:lnTo>
                  <a:pt x="575434" y="167338"/>
                </a:lnTo>
                <a:lnTo>
                  <a:pt x="576309" y="156536"/>
                </a:lnTo>
                <a:lnTo>
                  <a:pt x="571953" y="145737"/>
                </a:lnTo>
                <a:lnTo>
                  <a:pt x="568412" y="150245"/>
                </a:lnTo>
                <a:lnTo>
                  <a:pt x="572052" y="155524"/>
                </a:lnTo>
                <a:lnTo>
                  <a:pt x="566980" y="154204"/>
                </a:lnTo>
                <a:lnTo>
                  <a:pt x="545356" y="140438"/>
                </a:lnTo>
                <a:lnTo>
                  <a:pt x="543825" y="135864"/>
                </a:lnTo>
                <a:lnTo>
                  <a:pt x="532108" y="134721"/>
                </a:lnTo>
                <a:lnTo>
                  <a:pt x="534316" y="118060"/>
                </a:lnTo>
                <a:lnTo>
                  <a:pt x="525325" y="120082"/>
                </a:lnTo>
                <a:lnTo>
                  <a:pt x="517467" y="111819"/>
                </a:lnTo>
                <a:lnTo>
                  <a:pt x="498847" y="110237"/>
                </a:lnTo>
                <a:lnTo>
                  <a:pt x="490214" y="101932"/>
                </a:lnTo>
                <a:lnTo>
                  <a:pt x="486335" y="103097"/>
                </a:lnTo>
                <a:lnTo>
                  <a:pt x="486952" y="97386"/>
                </a:lnTo>
                <a:lnTo>
                  <a:pt x="479551" y="94992"/>
                </a:lnTo>
                <a:lnTo>
                  <a:pt x="479293" y="91499"/>
                </a:lnTo>
                <a:lnTo>
                  <a:pt x="460315" y="84209"/>
                </a:lnTo>
                <a:lnTo>
                  <a:pt x="448480" y="86075"/>
                </a:lnTo>
                <a:lnTo>
                  <a:pt x="441278" y="96507"/>
                </a:lnTo>
                <a:lnTo>
                  <a:pt x="432804" y="98769"/>
                </a:lnTo>
                <a:lnTo>
                  <a:pt x="385400" y="94399"/>
                </a:lnTo>
                <a:lnTo>
                  <a:pt x="376687" y="81925"/>
                </a:lnTo>
                <a:lnTo>
                  <a:pt x="371972" y="81091"/>
                </a:lnTo>
                <a:lnTo>
                  <a:pt x="360693" y="84999"/>
                </a:lnTo>
                <a:lnTo>
                  <a:pt x="344083" y="80147"/>
                </a:lnTo>
                <a:lnTo>
                  <a:pt x="332287" y="87876"/>
                </a:lnTo>
                <a:lnTo>
                  <a:pt x="324091" y="82759"/>
                </a:lnTo>
                <a:lnTo>
                  <a:pt x="326756" y="77073"/>
                </a:lnTo>
                <a:lnTo>
                  <a:pt x="322460" y="77183"/>
                </a:lnTo>
                <a:lnTo>
                  <a:pt x="324270" y="73648"/>
                </a:lnTo>
                <a:lnTo>
                  <a:pt x="321306" y="70158"/>
                </a:lnTo>
                <a:lnTo>
                  <a:pt x="312772" y="71388"/>
                </a:lnTo>
                <a:lnTo>
                  <a:pt x="311121" y="75251"/>
                </a:lnTo>
                <a:lnTo>
                  <a:pt x="302030" y="60370"/>
                </a:lnTo>
                <a:lnTo>
                  <a:pt x="300796" y="63003"/>
                </a:lnTo>
                <a:lnTo>
                  <a:pt x="292979" y="55498"/>
                </a:lnTo>
                <a:lnTo>
                  <a:pt x="293138" y="49596"/>
                </a:lnTo>
                <a:lnTo>
                  <a:pt x="281978" y="46810"/>
                </a:lnTo>
                <a:lnTo>
                  <a:pt x="277840" y="37334"/>
                </a:lnTo>
                <a:lnTo>
                  <a:pt x="272967" y="34943"/>
                </a:lnTo>
                <a:lnTo>
                  <a:pt x="196360" y="31478"/>
                </a:lnTo>
                <a:lnTo>
                  <a:pt x="159400" y="25514"/>
                </a:lnTo>
                <a:lnTo>
                  <a:pt x="157351" y="5895"/>
                </a:lnTo>
                <a:lnTo>
                  <a:pt x="139050" y="5040"/>
                </a:lnTo>
                <a:lnTo>
                  <a:pt x="131451" y="0"/>
                </a:lnTo>
                <a:lnTo>
                  <a:pt x="92660" y="5369"/>
                </a:lnTo>
                <a:lnTo>
                  <a:pt x="95902" y="29856"/>
                </a:lnTo>
                <a:lnTo>
                  <a:pt x="80287" y="37904"/>
                </a:lnTo>
                <a:lnTo>
                  <a:pt x="57967" y="19704"/>
                </a:lnTo>
                <a:lnTo>
                  <a:pt x="38572" y="29198"/>
                </a:lnTo>
                <a:lnTo>
                  <a:pt x="14462" y="26457"/>
                </a:lnTo>
                <a:lnTo>
                  <a:pt x="6048" y="30842"/>
                </a:lnTo>
                <a:lnTo>
                  <a:pt x="3441" y="28869"/>
                </a:lnTo>
                <a:lnTo>
                  <a:pt x="1611" y="35009"/>
                </a:lnTo>
                <a:lnTo>
                  <a:pt x="3004" y="40448"/>
                </a:lnTo>
                <a:lnTo>
                  <a:pt x="0" y="43409"/>
                </a:lnTo>
                <a:lnTo>
                  <a:pt x="10384" y="50759"/>
                </a:lnTo>
                <a:lnTo>
                  <a:pt x="20251" y="51658"/>
                </a:lnTo>
                <a:lnTo>
                  <a:pt x="23871" y="56837"/>
                </a:lnTo>
                <a:lnTo>
                  <a:pt x="9369" y="67305"/>
                </a:lnTo>
                <a:lnTo>
                  <a:pt x="2367" y="88315"/>
                </a:lnTo>
                <a:lnTo>
                  <a:pt x="16829" y="93761"/>
                </a:lnTo>
                <a:lnTo>
                  <a:pt x="16053" y="100483"/>
                </a:lnTo>
                <a:lnTo>
                  <a:pt x="21245" y="113731"/>
                </a:lnTo>
                <a:lnTo>
                  <a:pt x="30476" y="115027"/>
                </a:lnTo>
                <a:lnTo>
                  <a:pt x="32127" y="118697"/>
                </a:lnTo>
                <a:lnTo>
                  <a:pt x="38632" y="117005"/>
                </a:lnTo>
                <a:lnTo>
                  <a:pt x="46131" y="122499"/>
                </a:lnTo>
                <a:lnTo>
                  <a:pt x="53989" y="140569"/>
                </a:lnTo>
                <a:lnTo>
                  <a:pt x="52039" y="154029"/>
                </a:lnTo>
                <a:lnTo>
                  <a:pt x="61647" y="159681"/>
                </a:lnTo>
                <a:lnTo>
                  <a:pt x="61528" y="166304"/>
                </a:lnTo>
                <a:lnTo>
                  <a:pt x="65825" y="171540"/>
                </a:lnTo>
                <a:lnTo>
                  <a:pt x="83589" y="179463"/>
                </a:lnTo>
                <a:lnTo>
                  <a:pt x="98648" y="167954"/>
                </a:lnTo>
                <a:lnTo>
                  <a:pt x="100000" y="182324"/>
                </a:lnTo>
                <a:lnTo>
                  <a:pt x="117426" y="182302"/>
                </a:lnTo>
                <a:lnTo>
                  <a:pt x="131948" y="175875"/>
                </a:lnTo>
                <a:lnTo>
                  <a:pt x="163975" y="187431"/>
                </a:lnTo>
                <a:lnTo>
                  <a:pt x="172191" y="183557"/>
                </a:lnTo>
                <a:lnTo>
                  <a:pt x="184365" y="187783"/>
                </a:lnTo>
                <a:lnTo>
                  <a:pt x="196559" y="187013"/>
                </a:lnTo>
                <a:lnTo>
                  <a:pt x="199145" y="193463"/>
                </a:lnTo>
                <a:lnTo>
                  <a:pt x="196062" y="196700"/>
                </a:lnTo>
                <a:lnTo>
                  <a:pt x="202965" y="200156"/>
                </a:lnTo>
                <a:lnTo>
                  <a:pt x="204278" y="207490"/>
                </a:lnTo>
                <a:lnTo>
                  <a:pt x="233559" y="211608"/>
                </a:lnTo>
                <a:lnTo>
                  <a:pt x="242690" y="217490"/>
                </a:lnTo>
                <a:lnTo>
                  <a:pt x="276627" y="215067"/>
                </a:lnTo>
                <a:lnTo>
                  <a:pt x="277463" y="220596"/>
                </a:lnTo>
                <a:lnTo>
                  <a:pt x="284445" y="223130"/>
                </a:lnTo>
                <a:lnTo>
                  <a:pt x="289219" y="233618"/>
                </a:lnTo>
                <a:lnTo>
                  <a:pt x="295147" y="235888"/>
                </a:lnTo>
                <a:lnTo>
                  <a:pt x="294312" y="240517"/>
                </a:lnTo>
                <a:lnTo>
                  <a:pt x="300976" y="242589"/>
                </a:lnTo>
                <a:lnTo>
                  <a:pt x="307620" y="258925"/>
                </a:lnTo>
                <a:lnTo>
                  <a:pt x="300379" y="270835"/>
                </a:lnTo>
                <a:lnTo>
                  <a:pt x="304775" y="279306"/>
                </a:lnTo>
                <a:lnTo>
                  <a:pt x="290969" y="293980"/>
                </a:lnTo>
                <a:lnTo>
                  <a:pt x="294232" y="298836"/>
                </a:lnTo>
                <a:lnTo>
                  <a:pt x="279153" y="305127"/>
                </a:lnTo>
                <a:lnTo>
                  <a:pt x="270242" y="324779"/>
                </a:lnTo>
                <a:lnTo>
                  <a:pt x="276527" y="337016"/>
                </a:lnTo>
                <a:lnTo>
                  <a:pt x="265666" y="352197"/>
                </a:lnTo>
                <a:lnTo>
                  <a:pt x="269525" y="362762"/>
                </a:lnTo>
                <a:lnTo>
                  <a:pt x="266044" y="369395"/>
                </a:lnTo>
                <a:lnTo>
                  <a:pt x="255043" y="371694"/>
                </a:lnTo>
                <a:lnTo>
                  <a:pt x="240840" y="363647"/>
                </a:lnTo>
                <a:lnTo>
                  <a:pt x="218640" y="377399"/>
                </a:lnTo>
                <a:lnTo>
                  <a:pt x="200697" y="403966"/>
                </a:lnTo>
                <a:lnTo>
                  <a:pt x="194271" y="404608"/>
                </a:lnTo>
                <a:lnTo>
                  <a:pt x="192998" y="411668"/>
                </a:lnTo>
                <a:lnTo>
                  <a:pt x="179551" y="415541"/>
                </a:lnTo>
                <a:lnTo>
                  <a:pt x="163657" y="404453"/>
                </a:lnTo>
                <a:lnTo>
                  <a:pt x="165169" y="407374"/>
                </a:lnTo>
                <a:lnTo>
                  <a:pt x="159340" y="407419"/>
                </a:lnTo>
                <a:lnTo>
                  <a:pt x="153293" y="415408"/>
                </a:lnTo>
                <a:lnTo>
                  <a:pt x="144739" y="416006"/>
                </a:lnTo>
                <a:lnTo>
                  <a:pt x="139905" y="420986"/>
                </a:lnTo>
                <a:lnTo>
                  <a:pt x="137140" y="416736"/>
                </a:lnTo>
                <a:lnTo>
                  <a:pt x="131271" y="422403"/>
                </a:lnTo>
                <a:lnTo>
                  <a:pt x="134952" y="434780"/>
                </a:lnTo>
                <a:lnTo>
                  <a:pt x="152059" y="441047"/>
                </a:lnTo>
                <a:lnTo>
                  <a:pt x="155461" y="451768"/>
                </a:lnTo>
                <a:lnTo>
                  <a:pt x="168630" y="459832"/>
                </a:lnTo>
                <a:lnTo>
                  <a:pt x="166342" y="462226"/>
                </a:lnTo>
                <a:lnTo>
                  <a:pt x="180168" y="465749"/>
                </a:lnTo>
                <a:lnTo>
                  <a:pt x="168491" y="477074"/>
                </a:lnTo>
                <a:lnTo>
                  <a:pt x="166760" y="486673"/>
                </a:lnTo>
                <a:lnTo>
                  <a:pt x="171375" y="494611"/>
                </a:lnTo>
                <a:lnTo>
                  <a:pt x="169724" y="499335"/>
                </a:lnTo>
                <a:lnTo>
                  <a:pt x="181142" y="503061"/>
                </a:lnTo>
                <a:lnTo>
                  <a:pt x="189657" y="521896"/>
                </a:lnTo>
                <a:lnTo>
                  <a:pt x="199543" y="533614"/>
                </a:lnTo>
                <a:lnTo>
                  <a:pt x="208316" y="533303"/>
                </a:lnTo>
                <a:lnTo>
                  <a:pt x="213527" y="545490"/>
                </a:lnTo>
                <a:lnTo>
                  <a:pt x="222062" y="551929"/>
                </a:lnTo>
                <a:lnTo>
                  <a:pt x="220689" y="554883"/>
                </a:lnTo>
                <a:lnTo>
                  <a:pt x="226756" y="566099"/>
                </a:lnTo>
                <a:lnTo>
                  <a:pt x="222181" y="569919"/>
                </a:lnTo>
                <a:lnTo>
                  <a:pt x="219913" y="583650"/>
                </a:lnTo>
                <a:lnTo>
                  <a:pt x="201851" y="590117"/>
                </a:lnTo>
                <a:lnTo>
                  <a:pt x="208395" y="600342"/>
                </a:lnTo>
                <a:lnTo>
                  <a:pt x="190432" y="604388"/>
                </a:lnTo>
                <a:lnTo>
                  <a:pt x="183191" y="609302"/>
                </a:lnTo>
                <a:lnTo>
                  <a:pt x="181878" y="616618"/>
                </a:lnTo>
                <a:lnTo>
                  <a:pt x="161150" y="617619"/>
                </a:lnTo>
                <a:lnTo>
                  <a:pt x="166959" y="637817"/>
                </a:lnTo>
                <a:lnTo>
                  <a:pt x="177025" y="630742"/>
                </a:lnTo>
                <a:lnTo>
                  <a:pt x="186971" y="631520"/>
                </a:lnTo>
                <a:lnTo>
                  <a:pt x="187806" y="625559"/>
                </a:lnTo>
                <a:lnTo>
                  <a:pt x="192223" y="629007"/>
                </a:lnTo>
                <a:lnTo>
                  <a:pt x="205770" y="621555"/>
                </a:lnTo>
                <a:lnTo>
                  <a:pt x="205014" y="628829"/>
                </a:lnTo>
                <a:lnTo>
                  <a:pt x="208335" y="631854"/>
                </a:lnTo>
                <a:lnTo>
                  <a:pt x="204795" y="636838"/>
                </a:lnTo>
                <a:lnTo>
                  <a:pt x="213726" y="650323"/>
                </a:lnTo>
                <a:lnTo>
                  <a:pt x="212493" y="653394"/>
                </a:lnTo>
                <a:lnTo>
                  <a:pt x="189676" y="647007"/>
                </a:lnTo>
                <a:lnTo>
                  <a:pt x="178218" y="660852"/>
                </a:lnTo>
                <a:lnTo>
                  <a:pt x="173941" y="660629"/>
                </a:lnTo>
                <a:lnTo>
                  <a:pt x="164453" y="674589"/>
                </a:lnTo>
                <a:lnTo>
                  <a:pt x="159340" y="671984"/>
                </a:lnTo>
                <a:lnTo>
                  <a:pt x="134753" y="699003"/>
                </a:lnTo>
                <a:lnTo>
                  <a:pt x="134136" y="704239"/>
                </a:lnTo>
                <a:lnTo>
                  <a:pt x="144699" y="704707"/>
                </a:lnTo>
                <a:lnTo>
                  <a:pt x="197554" y="684232"/>
                </a:lnTo>
                <a:lnTo>
                  <a:pt x="218899" y="683386"/>
                </a:lnTo>
                <a:lnTo>
                  <a:pt x="237598" y="676527"/>
                </a:lnTo>
                <a:lnTo>
                  <a:pt x="240223" y="659894"/>
                </a:lnTo>
                <a:lnTo>
                  <a:pt x="254785" y="658047"/>
                </a:lnTo>
                <a:lnTo>
                  <a:pt x="263140" y="650924"/>
                </a:lnTo>
                <a:lnTo>
                  <a:pt x="268034" y="656555"/>
                </a:lnTo>
                <a:lnTo>
                  <a:pt x="276746" y="652838"/>
                </a:lnTo>
                <a:lnTo>
                  <a:pt x="287091" y="658425"/>
                </a:lnTo>
                <a:lnTo>
                  <a:pt x="302766" y="658047"/>
                </a:lnTo>
                <a:lnTo>
                  <a:pt x="320848" y="644537"/>
                </a:lnTo>
                <a:lnTo>
                  <a:pt x="329104" y="649054"/>
                </a:lnTo>
                <a:lnTo>
                  <a:pt x="355004" y="642445"/>
                </a:lnTo>
                <a:lnTo>
                  <a:pt x="391149" y="608924"/>
                </a:lnTo>
                <a:lnTo>
                  <a:pt x="411937" y="617307"/>
                </a:lnTo>
                <a:lnTo>
                  <a:pt x="416194" y="613149"/>
                </a:lnTo>
                <a:lnTo>
                  <a:pt x="425921" y="614705"/>
                </a:lnTo>
                <a:lnTo>
                  <a:pt x="429800" y="628317"/>
                </a:lnTo>
                <a:lnTo>
                  <a:pt x="435211" y="629229"/>
                </a:lnTo>
                <a:lnTo>
                  <a:pt x="440443" y="625225"/>
                </a:lnTo>
                <a:lnTo>
                  <a:pt x="442671" y="627160"/>
                </a:lnTo>
                <a:lnTo>
                  <a:pt x="447942" y="620777"/>
                </a:lnTo>
                <a:lnTo>
                  <a:pt x="447624" y="606367"/>
                </a:lnTo>
                <a:lnTo>
                  <a:pt x="458187" y="601209"/>
                </a:lnTo>
                <a:lnTo>
                  <a:pt x="467139" y="610836"/>
                </a:lnTo>
                <a:lnTo>
                  <a:pt x="471376" y="604855"/>
                </a:lnTo>
                <a:lnTo>
                  <a:pt x="479651" y="608034"/>
                </a:lnTo>
                <a:lnTo>
                  <a:pt x="486156" y="618352"/>
                </a:lnTo>
                <a:lnTo>
                  <a:pt x="491806" y="617974"/>
                </a:lnTo>
                <a:lnTo>
                  <a:pt x="495705" y="609658"/>
                </a:lnTo>
                <a:lnTo>
                  <a:pt x="512593" y="610080"/>
                </a:lnTo>
                <a:lnTo>
                  <a:pt x="518780" y="602120"/>
                </a:lnTo>
                <a:lnTo>
                  <a:pt x="515875" y="595540"/>
                </a:lnTo>
                <a:lnTo>
                  <a:pt x="520610" y="593295"/>
                </a:lnTo>
                <a:lnTo>
                  <a:pt x="542750" y="598653"/>
                </a:lnTo>
                <a:lnTo>
                  <a:pt x="541099" y="601787"/>
                </a:lnTo>
                <a:lnTo>
                  <a:pt x="545615" y="601254"/>
                </a:lnTo>
                <a:lnTo>
                  <a:pt x="547962" y="605655"/>
                </a:lnTo>
                <a:lnTo>
                  <a:pt x="561111" y="608412"/>
                </a:lnTo>
                <a:lnTo>
                  <a:pt x="563339" y="601165"/>
                </a:lnTo>
                <a:lnTo>
                  <a:pt x="557928" y="596430"/>
                </a:lnTo>
                <a:lnTo>
                  <a:pt x="574141" y="595185"/>
                </a:lnTo>
                <a:lnTo>
                  <a:pt x="582834" y="607612"/>
                </a:lnTo>
                <a:lnTo>
                  <a:pt x="587568" y="603388"/>
                </a:lnTo>
                <a:lnTo>
                  <a:pt x="599345" y="604610"/>
                </a:lnTo>
                <a:lnTo>
                  <a:pt x="602866" y="601698"/>
                </a:lnTo>
                <a:lnTo>
                  <a:pt x="600499" y="599319"/>
                </a:lnTo>
                <a:lnTo>
                  <a:pt x="609988" y="592740"/>
                </a:lnTo>
                <a:lnTo>
                  <a:pt x="614981" y="596807"/>
                </a:lnTo>
                <a:lnTo>
                  <a:pt x="621147" y="594474"/>
                </a:lnTo>
                <a:lnTo>
                  <a:pt x="632526" y="579006"/>
                </a:lnTo>
                <a:lnTo>
                  <a:pt x="651503" y="572207"/>
                </a:lnTo>
                <a:lnTo>
                  <a:pt x="651583" y="552373"/>
                </a:lnTo>
                <a:lnTo>
                  <a:pt x="657471" y="549109"/>
                </a:lnTo>
                <a:lnTo>
                  <a:pt x="659321" y="533480"/>
                </a:lnTo>
                <a:lnTo>
                  <a:pt x="641975" y="517725"/>
                </a:lnTo>
                <a:lnTo>
                  <a:pt x="643705" y="498625"/>
                </a:lnTo>
                <a:lnTo>
                  <a:pt x="642094" y="474215"/>
                </a:lnTo>
                <a:lnTo>
                  <a:pt x="638295" y="468851"/>
                </a:lnTo>
                <a:lnTo>
                  <a:pt x="640901" y="440627"/>
                </a:lnTo>
                <a:lnTo>
                  <a:pt x="636325" y="433186"/>
                </a:lnTo>
                <a:lnTo>
                  <a:pt x="637718" y="419769"/>
                </a:lnTo>
                <a:lnTo>
                  <a:pt x="634237" y="414146"/>
                </a:lnTo>
                <a:lnTo>
                  <a:pt x="625325" y="412974"/>
                </a:lnTo>
                <a:lnTo>
                  <a:pt x="616791" y="405914"/>
                </a:lnTo>
                <a:lnTo>
                  <a:pt x="617607" y="401510"/>
                </a:lnTo>
                <a:lnTo>
                  <a:pt x="621625" y="401200"/>
                </a:lnTo>
                <a:lnTo>
                  <a:pt x="621844" y="387595"/>
                </a:lnTo>
                <a:lnTo>
                  <a:pt x="634495" y="373706"/>
                </a:lnTo>
                <a:lnTo>
                  <a:pt x="631611" y="372512"/>
                </a:lnTo>
                <a:lnTo>
                  <a:pt x="629323" y="343335"/>
                </a:lnTo>
                <a:lnTo>
                  <a:pt x="626140" y="339734"/>
                </a:lnTo>
                <a:lnTo>
                  <a:pt x="642432" y="341303"/>
                </a:lnTo>
                <a:lnTo>
                  <a:pt x="644402" y="338673"/>
                </a:lnTo>
                <a:lnTo>
                  <a:pt x="639866" y="330389"/>
                </a:lnTo>
                <a:lnTo>
                  <a:pt x="640384" y="316873"/>
                </a:lnTo>
                <a:lnTo>
                  <a:pt x="643686" y="307180"/>
                </a:lnTo>
                <a:lnTo>
                  <a:pt x="655542" y="294686"/>
                </a:lnTo>
                <a:lnTo>
                  <a:pt x="657730" y="277453"/>
                </a:lnTo>
                <a:lnTo>
                  <a:pt x="651583" y="25819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9791E2-2ADC-43C5-8E4C-595700A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42" y="1623523"/>
            <a:ext cx="595008" cy="374932"/>
          </a:xfrm>
          <a:custGeom xmlns:a="http://schemas.openxmlformats.org/drawingml/2006/main">
            <a:pathLst>
              <a:path w="595008" h="374932">
                <a:moveTo>
                  <a:pt x="250607" y="372048"/>
                </a:moveTo>
                <a:lnTo>
                  <a:pt x="254168" y="366081"/>
                </a:lnTo>
                <a:lnTo>
                  <a:pt x="262503" y="364085"/>
                </a:lnTo>
                <a:lnTo>
                  <a:pt x="278835" y="372425"/>
                </a:lnTo>
                <a:lnTo>
                  <a:pt x="286892" y="359716"/>
                </a:lnTo>
                <a:lnTo>
                  <a:pt x="301652" y="374932"/>
                </a:lnTo>
                <a:lnTo>
                  <a:pt x="306446" y="368699"/>
                </a:lnTo>
                <a:lnTo>
                  <a:pt x="298429" y="348563"/>
                </a:lnTo>
                <a:lnTo>
                  <a:pt x="309032" y="342510"/>
                </a:lnTo>
                <a:lnTo>
                  <a:pt x="305650" y="330630"/>
                </a:lnTo>
                <a:lnTo>
                  <a:pt x="316850" y="323140"/>
                </a:lnTo>
                <a:lnTo>
                  <a:pt x="324389" y="335927"/>
                </a:lnTo>
                <a:lnTo>
                  <a:pt x="334355" y="337634"/>
                </a:lnTo>
                <a:lnTo>
                  <a:pt x="355402" y="361801"/>
                </a:lnTo>
                <a:lnTo>
                  <a:pt x="359798" y="361002"/>
                </a:lnTo>
                <a:lnTo>
                  <a:pt x="359878" y="354505"/>
                </a:lnTo>
                <a:lnTo>
                  <a:pt x="369347" y="358829"/>
                </a:lnTo>
                <a:lnTo>
                  <a:pt x="374260" y="353618"/>
                </a:lnTo>
                <a:lnTo>
                  <a:pt x="390711" y="361801"/>
                </a:lnTo>
                <a:lnTo>
                  <a:pt x="395505" y="358674"/>
                </a:lnTo>
                <a:lnTo>
                  <a:pt x="399046" y="341712"/>
                </a:lnTo>
                <a:lnTo>
                  <a:pt x="412931" y="347188"/>
                </a:lnTo>
                <a:lnTo>
                  <a:pt x="417427" y="345282"/>
                </a:lnTo>
                <a:lnTo>
                  <a:pt x="414264" y="326420"/>
                </a:lnTo>
                <a:lnTo>
                  <a:pt x="437777" y="325134"/>
                </a:lnTo>
                <a:lnTo>
                  <a:pt x="441417" y="319883"/>
                </a:lnTo>
                <a:lnTo>
                  <a:pt x="437041" y="314654"/>
                </a:lnTo>
                <a:lnTo>
                  <a:pt x="437300" y="309139"/>
                </a:lnTo>
                <a:lnTo>
                  <a:pt x="441258" y="308740"/>
                </a:lnTo>
                <a:lnTo>
                  <a:pt x="439448" y="303424"/>
                </a:lnTo>
                <a:lnTo>
                  <a:pt x="422341" y="297157"/>
                </a:lnTo>
                <a:lnTo>
                  <a:pt x="418660" y="284780"/>
                </a:lnTo>
                <a:lnTo>
                  <a:pt x="424529" y="279113"/>
                </a:lnTo>
                <a:lnTo>
                  <a:pt x="427294" y="283363"/>
                </a:lnTo>
                <a:lnTo>
                  <a:pt x="432128" y="278383"/>
                </a:lnTo>
                <a:lnTo>
                  <a:pt x="440681" y="277785"/>
                </a:lnTo>
                <a:lnTo>
                  <a:pt x="446729" y="269796"/>
                </a:lnTo>
                <a:lnTo>
                  <a:pt x="452557" y="269751"/>
                </a:lnTo>
                <a:lnTo>
                  <a:pt x="451046" y="266830"/>
                </a:lnTo>
                <a:lnTo>
                  <a:pt x="466940" y="277918"/>
                </a:lnTo>
                <a:lnTo>
                  <a:pt x="480387" y="274045"/>
                </a:lnTo>
                <a:lnTo>
                  <a:pt x="481660" y="266985"/>
                </a:lnTo>
                <a:lnTo>
                  <a:pt x="488086" y="266343"/>
                </a:lnTo>
                <a:lnTo>
                  <a:pt x="506029" y="239776"/>
                </a:lnTo>
                <a:lnTo>
                  <a:pt x="528229" y="226024"/>
                </a:lnTo>
                <a:lnTo>
                  <a:pt x="542432" y="234071"/>
                </a:lnTo>
                <a:lnTo>
                  <a:pt x="556436" y="228478"/>
                </a:lnTo>
                <a:lnTo>
                  <a:pt x="553055" y="214574"/>
                </a:lnTo>
                <a:lnTo>
                  <a:pt x="563916" y="199393"/>
                </a:lnTo>
                <a:lnTo>
                  <a:pt x="557630" y="187156"/>
                </a:lnTo>
                <a:lnTo>
                  <a:pt x="566542" y="167504"/>
                </a:lnTo>
                <a:lnTo>
                  <a:pt x="581621" y="161213"/>
                </a:lnTo>
                <a:lnTo>
                  <a:pt x="578358" y="156357"/>
                </a:lnTo>
                <a:lnTo>
                  <a:pt x="592164" y="141683"/>
                </a:lnTo>
                <a:lnTo>
                  <a:pt x="587767" y="133212"/>
                </a:lnTo>
                <a:lnTo>
                  <a:pt x="595008" y="121303"/>
                </a:lnTo>
                <a:lnTo>
                  <a:pt x="588364" y="104966"/>
                </a:lnTo>
                <a:lnTo>
                  <a:pt x="581700" y="102894"/>
                </a:lnTo>
                <a:lnTo>
                  <a:pt x="582536" y="98265"/>
                </a:lnTo>
                <a:lnTo>
                  <a:pt x="576608" y="95995"/>
                </a:lnTo>
                <a:lnTo>
                  <a:pt x="571834" y="85507"/>
                </a:lnTo>
                <a:lnTo>
                  <a:pt x="564851" y="82973"/>
                </a:lnTo>
                <a:lnTo>
                  <a:pt x="564016" y="77444"/>
                </a:lnTo>
                <a:lnTo>
                  <a:pt x="530079" y="79867"/>
                </a:lnTo>
                <a:lnTo>
                  <a:pt x="520948" y="73985"/>
                </a:lnTo>
                <a:lnTo>
                  <a:pt x="491666" y="69867"/>
                </a:lnTo>
                <a:lnTo>
                  <a:pt x="490353" y="62533"/>
                </a:lnTo>
                <a:lnTo>
                  <a:pt x="483451" y="59077"/>
                </a:lnTo>
                <a:lnTo>
                  <a:pt x="486534" y="55840"/>
                </a:lnTo>
                <a:lnTo>
                  <a:pt x="483948" y="49390"/>
                </a:lnTo>
                <a:lnTo>
                  <a:pt x="471754" y="50160"/>
                </a:lnTo>
                <a:lnTo>
                  <a:pt x="459579" y="45934"/>
                </a:lnTo>
                <a:lnTo>
                  <a:pt x="451364" y="49808"/>
                </a:lnTo>
                <a:lnTo>
                  <a:pt x="419337" y="38252"/>
                </a:lnTo>
                <a:lnTo>
                  <a:pt x="404815" y="44679"/>
                </a:lnTo>
                <a:lnTo>
                  <a:pt x="387389" y="44701"/>
                </a:lnTo>
                <a:lnTo>
                  <a:pt x="386036" y="30331"/>
                </a:lnTo>
                <a:lnTo>
                  <a:pt x="370978" y="41840"/>
                </a:lnTo>
                <a:lnTo>
                  <a:pt x="353213" y="33917"/>
                </a:lnTo>
                <a:lnTo>
                  <a:pt x="348917" y="28681"/>
                </a:lnTo>
                <a:lnTo>
                  <a:pt x="349036" y="22059"/>
                </a:lnTo>
                <a:lnTo>
                  <a:pt x="338393" y="13062"/>
                </a:lnTo>
                <a:lnTo>
                  <a:pt x="299643" y="39375"/>
                </a:lnTo>
                <a:lnTo>
                  <a:pt x="293039" y="39947"/>
                </a:lnTo>
                <a:lnTo>
                  <a:pt x="277801" y="31365"/>
                </a:lnTo>
                <a:lnTo>
                  <a:pt x="272052" y="40475"/>
                </a:lnTo>
                <a:lnTo>
                  <a:pt x="271196" y="51195"/>
                </a:lnTo>
                <a:lnTo>
                  <a:pt x="259977" y="52384"/>
                </a:lnTo>
                <a:lnTo>
                  <a:pt x="244122" y="63943"/>
                </a:lnTo>
                <a:lnTo>
                  <a:pt x="238035" y="61763"/>
                </a:lnTo>
                <a:lnTo>
                  <a:pt x="232087" y="49764"/>
                </a:lnTo>
                <a:lnTo>
                  <a:pt x="217685" y="52119"/>
                </a:lnTo>
                <a:lnTo>
                  <a:pt x="214065" y="38186"/>
                </a:lnTo>
                <a:lnTo>
                  <a:pt x="198011" y="23511"/>
                </a:lnTo>
                <a:lnTo>
                  <a:pt x="188602" y="17615"/>
                </a:lnTo>
                <a:lnTo>
                  <a:pt x="167118" y="14690"/>
                </a:lnTo>
                <a:lnTo>
                  <a:pt x="149911" y="0"/>
                </a:lnTo>
                <a:lnTo>
                  <a:pt x="117426" y="8202"/>
                </a:lnTo>
                <a:lnTo>
                  <a:pt x="99921" y="8818"/>
                </a:lnTo>
                <a:lnTo>
                  <a:pt x="89417" y="4420"/>
                </a:lnTo>
                <a:lnTo>
                  <a:pt x="75154" y="10423"/>
                </a:lnTo>
                <a:lnTo>
                  <a:pt x="61289" y="6135"/>
                </a:lnTo>
                <a:lnTo>
                  <a:pt x="43505" y="8092"/>
                </a:lnTo>
                <a:lnTo>
                  <a:pt x="19893" y="19001"/>
                </a:lnTo>
                <a:lnTo>
                  <a:pt x="19017" y="22740"/>
                </a:lnTo>
                <a:lnTo>
                  <a:pt x="25582" y="28130"/>
                </a:lnTo>
                <a:lnTo>
                  <a:pt x="21444" y="31233"/>
                </a:lnTo>
                <a:lnTo>
                  <a:pt x="23613" y="35524"/>
                </a:lnTo>
                <a:lnTo>
                  <a:pt x="21405" y="41180"/>
                </a:lnTo>
                <a:lnTo>
                  <a:pt x="4993" y="47629"/>
                </a:lnTo>
                <a:lnTo>
                  <a:pt x="5292" y="57403"/>
                </a:lnTo>
                <a:lnTo>
                  <a:pt x="0" y="62798"/>
                </a:lnTo>
                <a:lnTo>
                  <a:pt x="9350" y="74448"/>
                </a:lnTo>
                <a:lnTo>
                  <a:pt x="21981" y="71453"/>
                </a:lnTo>
                <a:lnTo>
                  <a:pt x="24468" y="82863"/>
                </a:lnTo>
                <a:lnTo>
                  <a:pt x="29501" y="87247"/>
                </a:lnTo>
                <a:lnTo>
                  <a:pt x="12155" y="101836"/>
                </a:lnTo>
                <a:lnTo>
                  <a:pt x="36603" y="139565"/>
                </a:lnTo>
                <a:lnTo>
                  <a:pt x="38910" y="148479"/>
                </a:lnTo>
                <a:lnTo>
                  <a:pt x="33917" y="154790"/>
                </a:lnTo>
                <a:lnTo>
                  <a:pt x="46429" y="170506"/>
                </a:lnTo>
                <a:lnTo>
                  <a:pt x="75333" y="142477"/>
                </a:lnTo>
                <a:lnTo>
                  <a:pt x="81600" y="141374"/>
                </a:lnTo>
                <a:lnTo>
                  <a:pt x="85320" y="145478"/>
                </a:lnTo>
                <a:lnTo>
                  <a:pt x="91427" y="166334"/>
                </a:lnTo>
                <a:lnTo>
                  <a:pt x="88701" y="171897"/>
                </a:lnTo>
                <a:lnTo>
                  <a:pt x="94232" y="183622"/>
                </a:lnTo>
                <a:lnTo>
                  <a:pt x="85419" y="190226"/>
                </a:lnTo>
                <a:lnTo>
                  <a:pt x="99742" y="200874"/>
                </a:lnTo>
                <a:lnTo>
                  <a:pt x="114582" y="205315"/>
                </a:lnTo>
                <a:lnTo>
                  <a:pt x="133519" y="190778"/>
                </a:lnTo>
                <a:lnTo>
                  <a:pt x="143983" y="196897"/>
                </a:lnTo>
                <a:lnTo>
                  <a:pt x="149931" y="209115"/>
                </a:lnTo>
                <a:lnTo>
                  <a:pt x="146290" y="219591"/>
                </a:lnTo>
                <a:lnTo>
                  <a:pt x="138771" y="220497"/>
                </a:lnTo>
                <a:lnTo>
                  <a:pt x="134116" y="236614"/>
                </a:lnTo>
                <a:lnTo>
                  <a:pt x="141556" y="254861"/>
                </a:lnTo>
                <a:lnTo>
                  <a:pt x="141019" y="261431"/>
                </a:lnTo>
                <a:lnTo>
                  <a:pt x="144958" y="266211"/>
                </a:lnTo>
                <a:lnTo>
                  <a:pt x="155342" y="267516"/>
                </a:lnTo>
                <a:lnTo>
                  <a:pt x="166163" y="255723"/>
                </a:lnTo>
                <a:lnTo>
                  <a:pt x="173762" y="260325"/>
                </a:lnTo>
                <a:lnTo>
                  <a:pt x="182794" y="257427"/>
                </a:lnTo>
                <a:lnTo>
                  <a:pt x="187150" y="267649"/>
                </a:lnTo>
                <a:lnTo>
                  <a:pt x="190094" y="267494"/>
                </a:lnTo>
                <a:lnTo>
                  <a:pt x="187449" y="270504"/>
                </a:lnTo>
                <a:lnTo>
                  <a:pt x="203780" y="274399"/>
                </a:lnTo>
                <a:lnTo>
                  <a:pt x="199424" y="291887"/>
                </a:lnTo>
                <a:lnTo>
                  <a:pt x="203899" y="294898"/>
                </a:lnTo>
                <a:lnTo>
                  <a:pt x="219256" y="285976"/>
                </a:lnTo>
                <a:lnTo>
                  <a:pt x="219655" y="307566"/>
                </a:lnTo>
                <a:lnTo>
                  <a:pt x="232406" y="306459"/>
                </a:lnTo>
                <a:lnTo>
                  <a:pt x="234952" y="315430"/>
                </a:lnTo>
                <a:lnTo>
                  <a:pt x="229342" y="331029"/>
                </a:lnTo>
                <a:lnTo>
                  <a:pt x="220092" y="340471"/>
                </a:lnTo>
                <a:lnTo>
                  <a:pt x="220689" y="346190"/>
                </a:lnTo>
                <a:lnTo>
                  <a:pt x="239945" y="353086"/>
                </a:lnTo>
                <a:lnTo>
                  <a:pt x="239090" y="367922"/>
                </a:lnTo>
                <a:lnTo>
                  <a:pt x="250607" y="37204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36089-3E8D-4106-A5B2-5CA3E873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500" y="1732192"/>
            <a:ext cx="810286" cy="634526"/>
          </a:xfrm>
          <a:custGeom xmlns:a="http://schemas.openxmlformats.org/drawingml/2006/main">
            <a:pathLst>
              <a:path w="810286" h="634526">
                <a:moveTo>
                  <a:pt x="714284" y="409061"/>
                </a:moveTo>
                <a:lnTo>
                  <a:pt x="715338" y="401316"/>
                </a:lnTo>
                <a:lnTo>
                  <a:pt x="732725" y="391525"/>
                </a:lnTo>
                <a:lnTo>
                  <a:pt x="729124" y="386007"/>
                </a:lnTo>
                <a:lnTo>
                  <a:pt x="725583" y="387031"/>
                </a:lnTo>
                <a:lnTo>
                  <a:pt x="725961" y="380068"/>
                </a:lnTo>
                <a:lnTo>
                  <a:pt x="713787" y="380001"/>
                </a:lnTo>
                <a:lnTo>
                  <a:pt x="693914" y="400137"/>
                </a:lnTo>
                <a:lnTo>
                  <a:pt x="680308" y="401872"/>
                </a:lnTo>
                <a:lnTo>
                  <a:pt x="676886" y="396175"/>
                </a:lnTo>
                <a:lnTo>
                  <a:pt x="669585" y="393438"/>
                </a:lnTo>
                <a:lnTo>
                  <a:pt x="679651" y="377821"/>
                </a:lnTo>
                <a:lnTo>
                  <a:pt x="679134" y="367302"/>
                </a:lnTo>
                <a:lnTo>
                  <a:pt x="673803" y="368769"/>
                </a:lnTo>
                <a:lnTo>
                  <a:pt x="665985" y="360453"/>
                </a:lnTo>
                <a:lnTo>
                  <a:pt x="659162" y="361965"/>
                </a:lnTo>
                <a:lnTo>
                  <a:pt x="650727" y="356073"/>
                </a:lnTo>
                <a:lnTo>
                  <a:pt x="654547" y="351694"/>
                </a:lnTo>
                <a:lnTo>
                  <a:pt x="656476" y="336514"/>
                </a:lnTo>
                <a:lnTo>
                  <a:pt x="667179" y="329515"/>
                </a:lnTo>
                <a:lnTo>
                  <a:pt x="665866" y="325449"/>
                </a:lnTo>
                <a:lnTo>
                  <a:pt x="684604" y="318363"/>
                </a:lnTo>
                <a:lnTo>
                  <a:pt x="690195" y="305393"/>
                </a:lnTo>
                <a:lnTo>
                  <a:pt x="709311" y="300064"/>
                </a:lnTo>
                <a:lnTo>
                  <a:pt x="704994" y="279887"/>
                </a:lnTo>
                <a:lnTo>
                  <a:pt x="714205" y="263956"/>
                </a:lnTo>
                <a:lnTo>
                  <a:pt x="727930" y="262426"/>
                </a:lnTo>
                <a:lnTo>
                  <a:pt x="769825" y="243663"/>
                </a:lnTo>
                <a:lnTo>
                  <a:pt x="782297" y="229874"/>
                </a:lnTo>
                <a:lnTo>
                  <a:pt x="783630" y="221230"/>
                </a:lnTo>
                <a:lnTo>
                  <a:pt x="802488" y="205276"/>
                </a:lnTo>
                <a:lnTo>
                  <a:pt x="810286" y="189816"/>
                </a:lnTo>
                <a:lnTo>
                  <a:pt x="806526" y="187868"/>
                </a:lnTo>
                <a:lnTo>
                  <a:pt x="801295" y="153515"/>
                </a:lnTo>
                <a:lnTo>
                  <a:pt x="785639" y="148050"/>
                </a:lnTo>
                <a:lnTo>
                  <a:pt x="760654" y="152298"/>
                </a:lnTo>
                <a:lnTo>
                  <a:pt x="755422" y="149267"/>
                </a:lnTo>
                <a:lnTo>
                  <a:pt x="759739" y="138737"/>
                </a:lnTo>
                <a:lnTo>
                  <a:pt x="753732" y="136525"/>
                </a:lnTo>
                <a:lnTo>
                  <a:pt x="734853" y="145794"/>
                </a:lnTo>
                <a:lnTo>
                  <a:pt x="725365" y="137985"/>
                </a:lnTo>
                <a:lnTo>
                  <a:pt x="713210" y="135973"/>
                </a:lnTo>
                <a:lnTo>
                  <a:pt x="711997" y="114459"/>
                </a:lnTo>
                <a:lnTo>
                  <a:pt x="717308" y="110701"/>
                </a:lnTo>
                <a:lnTo>
                  <a:pt x="713528" y="102104"/>
                </a:lnTo>
                <a:lnTo>
                  <a:pt x="719556" y="97021"/>
                </a:lnTo>
                <a:lnTo>
                  <a:pt x="710007" y="89288"/>
                </a:lnTo>
                <a:lnTo>
                  <a:pt x="706785" y="91697"/>
                </a:lnTo>
                <a:lnTo>
                  <a:pt x="695764" y="77117"/>
                </a:lnTo>
                <a:lnTo>
                  <a:pt x="687529" y="78222"/>
                </a:lnTo>
                <a:lnTo>
                  <a:pt x="675752" y="90349"/>
                </a:lnTo>
                <a:lnTo>
                  <a:pt x="647624" y="86858"/>
                </a:lnTo>
                <a:lnTo>
                  <a:pt x="641696" y="74268"/>
                </a:lnTo>
                <a:lnTo>
                  <a:pt x="625026" y="67026"/>
                </a:lnTo>
                <a:lnTo>
                  <a:pt x="607620" y="52345"/>
                </a:lnTo>
                <a:lnTo>
                  <a:pt x="606446" y="42303"/>
                </a:lnTo>
                <a:lnTo>
                  <a:pt x="598430" y="33477"/>
                </a:lnTo>
                <a:lnTo>
                  <a:pt x="598211" y="26969"/>
                </a:lnTo>
                <a:lnTo>
                  <a:pt x="589418" y="32705"/>
                </a:lnTo>
                <a:lnTo>
                  <a:pt x="584425" y="30389"/>
                </a:lnTo>
                <a:lnTo>
                  <a:pt x="585460" y="5622"/>
                </a:lnTo>
                <a:lnTo>
                  <a:pt x="579870" y="0"/>
                </a:lnTo>
                <a:lnTo>
                  <a:pt x="570779" y="3020"/>
                </a:lnTo>
                <a:lnTo>
                  <a:pt x="568113" y="11906"/>
                </a:lnTo>
                <a:lnTo>
                  <a:pt x="574260" y="31161"/>
                </a:lnTo>
                <a:lnTo>
                  <a:pt x="572072" y="48394"/>
                </a:lnTo>
                <a:lnTo>
                  <a:pt x="560216" y="60888"/>
                </a:lnTo>
                <a:lnTo>
                  <a:pt x="556914" y="70581"/>
                </a:lnTo>
                <a:lnTo>
                  <a:pt x="556396" y="84097"/>
                </a:lnTo>
                <a:lnTo>
                  <a:pt x="560932" y="92381"/>
                </a:lnTo>
                <a:lnTo>
                  <a:pt x="558963" y="95011"/>
                </a:lnTo>
                <a:lnTo>
                  <a:pt x="542671" y="93442"/>
                </a:lnTo>
                <a:lnTo>
                  <a:pt x="545854" y="97043"/>
                </a:lnTo>
                <a:lnTo>
                  <a:pt x="548141" y="126220"/>
                </a:lnTo>
                <a:lnTo>
                  <a:pt x="551026" y="127415"/>
                </a:lnTo>
                <a:lnTo>
                  <a:pt x="538374" y="141303"/>
                </a:lnTo>
                <a:lnTo>
                  <a:pt x="538155" y="154909"/>
                </a:lnTo>
                <a:lnTo>
                  <a:pt x="534137" y="155219"/>
                </a:lnTo>
                <a:lnTo>
                  <a:pt x="533321" y="159622"/>
                </a:lnTo>
                <a:lnTo>
                  <a:pt x="541855" y="166682"/>
                </a:lnTo>
                <a:lnTo>
                  <a:pt x="550767" y="167855"/>
                </a:lnTo>
                <a:lnTo>
                  <a:pt x="554248" y="173477"/>
                </a:lnTo>
                <a:lnTo>
                  <a:pt x="552856" y="186894"/>
                </a:lnTo>
                <a:lnTo>
                  <a:pt x="557431" y="194335"/>
                </a:lnTo>
                <a:lnTo>
                  <a:pt x="554825" y="222559"/>
                </a:lnTo>
                <a:lnTo>
                  <a:pt x="558624" y="227923"/>
                </a:lnTo>
                <a:lnTo>
                  <a:pt x="560236" y="252333"/>
                </a:lnTo>
                <a:lnTo>
                  <a:pt x="558505" y="271433"/>
                </a:lnTo>
                <a:lnTo>
                  <a:pt x="575851" y="287189"/>
                </a:lnTo>
                <a:lnTo>
                  <a:pt x="574002" y="302817"/>
                </a:lnTo>
                <a:lnTo>
                  <a:pt x="568113" y="306082"/>
                </a:lnTo>
                <a:lnTo>
                  <a:pt x="568034" y="325916"/>
                </a:lnTo>
                <a:lnTo>
                  <a:pt x="549056" y="332714"/>
                </a:lnTo>
                <a:lnTo>
                  <a:pt x="537678" y="348182"/>
                </a:lnTo>
                <a:lnTo>
                  <a:pt x="531511" y="350516"/>
                </a:lnTo>
                <a:lnTo>
                  <a:pt x="526518" y="346448"/>
                </a:lnTo>
                <a:lnTo>
                  <a:pt x="517029" y="353028"/>
                </a:lnTo>
                <a:lnTo>
                  <a:pt x="519396" y="355406"/>
                </a:lnTo>
                <a:lnTo>
                  <a:pt x="515875" y="358318"/>
                </a:lnTo>
                <a:lnTo>
                  <a:pt x="504099" y="357096"/>
                </a:lnTo>
                <a:lnTo>
                  <a:pt x="499365" y="361320"/>
                </a:lnTo>
                <a:lnTo>
                  <a:pt x="490671" y="348893"/>
                </a:lnTo>
                <a:lnTo>
                  <a:pt x="474459" y="350138"/>
                </a:lnTo>
                <a:lnTo>
                  <a:pt x="479870" y="354873"/>
                </a:lnTo>
                <a:lnTo>
                  <a:pt x="477642" y="362120"/>
                </a:lnTo>
                <a:lnTo>
                  <a:pt x="464493" y="359364"/>
                </a:lnTo>
                <a:lnTo>
                  <a:pt x="462145" y="354962"/>
                </a:lnTo>
                <a:lnTo>
                  <a:pt x="457630" y="355495"/>
                </a:lnTo>
                <a:lnTo>
                  <a:pt x="459281" y="352361"/>
                </a:lnTo>
                <a:lnTo>
                  <a:pt x="437140" y="347004"/>
                </a:lnTo>
                <a:lnTo>
                  <a:pt x="432406" y="349249"/>
                </a:lnTo>
                <a:lnTo>
                  <a:pt x="435310" y="355829"/>
                </a:lnTo>
                <a:lnTo>
                  <a:pt x="429124" y="363788"/>
                </a:lnTo>
                <a:lnTo>
                  <a:pt x="412235" y="363366"/>
                </a:lnTo>
                <a:lnTo>
                  <a:pt x="408336" y="371683"/>
                </a:lnTo>
                <a:lnTo>
                  <a:pt x="402686" y="372061"/>
                </a:lnTo>
                <a:lnTo>
                  <a:pt x="396181" y="361742"/>
                </a:lnTo>
                <a:lnTo>
                  <a:pt x="387906" y="358563"/>
                </a:lnTo>
                <a:lnTo>
                  <a:pt x="383669" y="364544"/>
                </a:lnTo>
                <a:lnTo>
                  <a:pt x="374717" y="354917"/>
                </a:lnTo>
                <a:lnTo>
                  <a:pt x="364154" y="360075"/>
                </a:lnTo>
                <a:lnTo>
                  <a:pt x="364473" y="374485"/>
                </a:lnTo>
                <a:lnTo>
                  <a:pt x="359201" y="380868"/>
                </a:lnTo>
                <a:lnTo>
                  <a:pt x="356973" y="378933"/>
                </a:lnTo>
                <a:lnTo>
                  <a:pt x="351741" y="382937"/>
                </a:lnTo>
                <a:lnTo>
                  <a:pt x="346331" y="382025"/>
                </a:lnTo>
                <a:lnTo>
                  <a:pt x="342451" y="368413"/>
                </a:lnTo>
                <a:lnTo>
                  <a:pt x="332724" y="366857"/>
                </a:lnTo>
                <a:lnTo>
                  <a:pt x="328467" y="371015"/>
                </a:lnTo>
                <a:lnTo>
                  <a:pt x="307679" y="362632"/>
                </a:lnTo>
                <a:lnTo>
                  <a:pt x="271534" y="396153"/>
                </a:lnTo>
                <a:lnTo>
                  <a:pt x="245634" y="402762"/>
                </a:lnTo>
                <a:lnTo>
                  <a:pt x="237379" y="398245"/>
                </a:lnTo>
                <a:lnTo>
                  <a:pt x="219296" y="411755"/>
                </a:lnTo>
                <a:lnTo>
                  <a:pt x="203621" y="412133"/>
                </a:lnTo>
                <a:lnTo>
                  <a:pt x="193277" y="406546"/>
                </a:lnTo>
                <a:lnTo>
                  <a:pt x="184564" y="410263"/>
                </a:lnTo>
                <a:lnTo>
                  <a:pt x="179670" y="404632"/>
                </a:lnTo>
                <a:lnTo>
                  <a:pt x="171315" y="411755"/>
                </a:lnTo>
                <a:lnTo>
                  <a:pt x="156754" y="413602"/>
                </a:lnTo>
                <a:lnTo>
                  <a:pt x="154128" y="430235"/>
                </a:lnTo>
                <a:lnTo>
                  <a:pt x="135429" y="437094"/>
                </a:lnTo>
                <a:lnTo>
                  <a:pt x="114084" y="437941"/>
                </a:lnTo>
                <a:lnTo>
                  <a:pt x="61229" y="458415"/>
                </a:lnTo>
                <a:lnTo>
                  <a:pt x="50666" y="457947"/>
                </a:lnTo>
                <a:lnTo>
                  <a:pt x="41734" y="462917"/>
                </a:lnTo>
                <a:lnTo>
                  <a:pt x="38114" y="472011"/>
                </a:lnTo>
                <a:lnTo>
                  <a:pt x="11697" y="485521"/>
                </a:lnTo>
                <a:lnTo>
                  <a:pt x="0" y="501044"/>
                </a:lnTo>
                <a:lnTo>
                  <a:pt x="6704" y="508896"/>
                </a:lnTo>
                <a:lnTo>
                  <a:pt x="26159" y="511239"/>
                </a:lnTo>
                <a:lnTo>
                  <a:pt x="30973" y="520611"/>
                </a:lnTo>
                <a:lnTo>
                  <a:pt x="24269" y="529515"/>
                </a:lnTo>
                <a:lnTo>
                  <a:pt x="30356" y="536904"/>
                </a:lnTo>
                <a:lnTo>
                  <a:pt x="37637" y="540767"/>
                </a:lnTo>
                <a:lnTo>
                  <a:pt x="43266" y="536324"/>
                </a:lnTo>
                <a:lnTo>
                  <a:pt x="49970" y="540208"/>
                </a:lnTo>
                <a:lnTo>
                  <a:pt x="46568" y="553673"/>
                </a:lnTo>
                <a:lnTo>
                  <a:pt x="35468" y="567030"/>
                </a:lnTo>
                <a:lnTo>
                  <a:pt x="44818" y="576570"/>
                </a:lnTo>
                <a:lnTo>
                  <a:pt x="37219" y="588415"/>
                </a:lnTo>
                <a:lnTo>
                  <a:pt x="50089" y="592952"/>
                </a:lnTo>
                <a:lnTo>
                  <a:pt x="56455" y="590717"/>
                </a:lnTo>
                <a:lnTo>
                  <a:pt x="63656" y="600150"/>
                </a:lnTo>
                <a:lnTo>
                  <a:pt x="52854" y="613790"/>
                </a:lnTo>
                <a:lnTo>
                  <a:pt x="52755" y="618599"/>
                </a:lnTo>
                <a:lnTo>
                  <a:pt x="61269" y="623833"/>
                </a:lnTo>
                <a:lnTo>
                  <a:pt x="73065" y="623967"/>
                </a:lnTo>
                <a:lnTo>
                  <a:pt x="74418" y="615490"/>
                </a:lnTo>
                <a:lnTo>
                  <a:pt x="78894" y="616653"/>
                </a:lnTo>
                <a:lnTo>
                  <a:pt x="84504" y="600844"/>
                </a:lnTo>
                <a:lnTo>
                  <a:pt x="90849" y="597267"/>
                </a:lnTo>
                <a:lnTo>
                  <a:pt x="90989" y="601783"/>
                </a:lnTo>
                <a:lnTo>
                  <a:pt x="109429" y="607216"/>
                </a:lnTo>
                <a:lnTo>
                  <a:pt x="106226" y="612381"/>
                </a:lnTo>
                <a:lnTo>
                  <a:pt x="114164" y="610413"/>
                </a:lnTo>
                <a:lnTo>
                  <a:pt x="127094" y="626159"/>
                </a:lnTo>
                <a:lnTo>
                  <a:pt x="131231" y="626025"/>
                </a:lnTo>
                <a:lnTo>
                  <a:pt x="137020" y="621439"/>
                </a:lnTo>
                <a:lnTo>
                  <a:pt x="135528" y="613097"/>
                </a:lnTo>
                <a:lnTo>
                  <a:pt x="144500" y="603683"/>
                </a:lnTo>
                <a:lnTo>
                  <a:pt x="142948" y="597959"/>
                </a:lnTo>
                <a:lnTo>
                  <a:pt x="169246" y="558453"/>
                </a:lnTo>
                <a:lnTo>
                  <a:pt x="187110" y="561111"/>
                </a:lnTo>
                <a:lnTo>
                  <a:pt x="202885" y="545991"/>
                </a:lnTo>
                <a:lnTo>
                  <a:pt x="205133" y="536257"/>
                </a:lnTo>
                <a:lnTo>
                  <a:pt x="215735" y="528310"/>
                </a:lnTo>
                <a:lnTo>
                  <a:pt x="224230" y="539896"/>
                </a:lnTo>
                <a:lnTo>
                  <a:pt x="222180" y="543982"/>
                </a:lnTo>
                <a:lnTo>
                  <a:pt x="240661" y="543826"/>
                </a:lnTo>
                <a:lnTo>
                  <a:pt x="242113" y="550949"/>
                </a:lnTo>
                <a:lnTo>
                  <a:pt x="259539" y="539003"/>
                </a:lnTo>
                <a:lnTo>
                  <a:pt x="264492" y="541146"/>
                </a:lnTo>
                <a:lnTo>
                  <a:pt x="265089" y="547487"/>
                </a:lnTo>
                <a:lnTo>
                  <a:pt x="277104" y="540610"/>
                </a:lnTo>
                <a:lnTo>
                  <a:pt x="281679" y="546438"/>
                </a:lnTo>
                <a:lnTo>
                  <a:pt x="276925" y="574917"/>
                </a:lnTo>
                <a:lnTo>
                  <a:pt x="283390" y="586292"/>
                </a:lnTo>
                <a:lnTo>
                  <a:pt x="287230" y="587253"/>
                </a:lnTo>
                <a:lnTo>
                  <a:pt x="280804" y="593556"/>
                </a:lnTo>
                <a:lnTo>
                  <a:pt x="281341" y="608714"/>
                </a:lnTo>
                <a:lnTo>
                  <a:pt x="292123" y="611442"/>
                </a:lnTo>
                <a:lnTo>
                  <a:pt x="291248" y="606008"/>
                </a:lnTo>
                <a:lnTo>
                  <a:pt x="285738" y="602386"/>
                </a:lnTo>
                <a:lnTo>
                  <a:pt x="288582" y="597490"/>
                </a:lnTo>
                <a:lnTo>
                  <a:pt x="293376" y="603996"/>
                </a:lnTo>
                <a:lnTo>
                  <a:pt x="299205" y="604756"/>
                </a:lnTo>
                <a:lnTo>
                  <a:pt x="299185" y="615870"/>
                </a:lnTo>
                <a:lnTo>
                  <a:pt x="307799" y="610749"/>
                </a:lnTo>
                <a:lnTo>
                  <a:pt x="310802" y="616496"/>
                </a:lnTo>
                <a:lnTo>
                  <a:pt x="306605" y="616809"/>
                </a:lnTo>
                <a:lnTo>
                  <a:pt x="301930" y="627546"/>
                </a:lnTo>
                <a:lnTo>
                  <a:pt x="293973" y="629716"/>
                </a:lnTo>
                <a:lnTo>
                  <a:pt x="301512" y="634526"/>
                </a:lnTo>
                <a:lnTo>
                  <a:pt x="319515" y="620254"/>
                </a:lnTo>
                <a:lnTo>
                  <a:pt x="315596" y="616608"/>
                </a:lnTo>
                <a:lnTo>
                  <a:pt x="320211" y="610078"/>
                </a:lnTo>
                <a:lnTo>
                  <a:pt x="327492" y="617637"/>
                </a:lnTo>
                <a:lnTo>
                  <a:pt x="338333" y="613477"/>
                </a:lnTo>
                <a:lnTo>
                  <a:pt x="342432" y="614103"/>
                </a:lnTo>
                <a:lnTo>
                  <a:pt x="338353" y="615557"/>
                </a:lnTo>
                <a:lnTo>
                  <a:pt x="342491" y="618397"/>
                </a:lnTo>
                <a:lnTo>
                  <a:pt x="346092" y="609295"/>
                </a:lnTo>
                <a:lnTo>
                  <a:pt x="350687" y="607641"/>
                </a:lnTo>
                <a:lnTo>
                  <a:pt x="351781" y="628060"/>
                </a:lnTo>
                <a:lnTo>
                  <a:pt x="361469" y="626942"/>
                </a:lnTo>
                <a:lnTo>
                  <a:pt x="365706" y="630991"/>
                </a:lnTo>
                <a:lnTo>
                  <a:pt x="373404" y="622625"/>
                </a:lnTo>
                <a:lnTo>
                  <a:pt x="382833" y="619851"/>
                </a:lnTo>
                <a:lnTo>
                  <a:pt x="389816" y="628441"/>
                </a:lnTo>
                <a:lnTo>
                  <a:pt x="390910" y="622110"/>
                </a:lnTo>
                <a:lnTo>
                  <a:pt x="400836" y="614976"/>
                </a:lnTo>
                <a:lnTo>
                  <a:pt x="406267" y="616049"/>
                </a:lnTo>
                <a:lnTo>
                  <a:pt x="413488" y="611554"/>
                </a:lnTo>
                <a:lnTo>
                  <a:pt x="429641" y="615221"/>
                </a:lnTo>
                <a:lnTo>
                  <a:pt x="433460" y="612761"/>
                </a:lnTo>
                <a:lnTo>
                  <a:pt x="432704" y="602811"/>
                </a:lnTo>
                <a:lnTo>
                  <a:pt x="438234" y="597401"/>
                </a:lnTo>
                <a:lnTo>
                  <a:pt x="428388" y="583341"/>
                </a:lnTo>
                <a:lnTo>
                  <a:pt x="440283" y="569622"/>
                </a:lnTo>
                <a:lnTo>
                  <a:pt x="440781" y="555371"/>
                </a:lnTo>
                <a:lnTo>
                  <a:pt x="444958" y="547755"/>
                </a:lnTo>
                <a:lnTo>
                  <a:pt x="451284" y="538690"/>
                </a:lnTo>
                <a:lnTo>
                  <a:pt x="466323" y="532283"/>
                </a:lnTo>
                <a:lnTo>
                  <a:pt x="468571" y="524293"/>
                </a:lnTo>
                <a:lnTo>
                  <a:pt x="507341" y="512957"/>
                </a:lnTo>
                <a:lnTo>
                  <a:pt x="514980" y="515032"/>
                </a:lnTo>
                <a:lnTo>
                  <a:pt x="529780" y="527685"/>
                </a:lnTo>
                <a:lnTo>
                  <a:pt x="546251" y="528422"/>
                </a:lnTo>
                <a:lnTo>
                  <a:pt x="551583" y="538043"/>
                </a:lnTo>
                <a:lnTo>
                  <a:pt x="567119" y="520767"/>
                </a:lnTo>
                <a:lnTo>
                  <a:pt x="572012" y="523043"/>
                </a:lnTo>
                <a:lnTo>
                  <a:pt x="576488" y="517196"/>
                </a:lnTo>
                <a:lnTo>
                  <a:pt x="582317" y="516415"/>
                </a:lnTo>
                <a:lnTo>
                  <a:pt x="580208" y="508338"/>
                </a:lnTo>
                <a:lnTo>
                  <a:pt x="594849" y="510636"/>
                </a:lnTo>
                <a:lnTo>
                  <a:pt x="590612" y="505661"/>
                </a:lnTo>
                <a:lnTo>
                  <a:pt x="599723" y="507758"/>
                </a:lnTo>
                <a:lnTo>
                  <a:pt x="613588" y="503676"/>
                </a:lnTo>
                <a:lnTo>
                  <a:pt x="622500" y="494040"/>
                </a:lnTo>
                <a:lnTo>
                  <a:pt x="624449" y="497007"/>
                </a:lnTo>
                <a:lnTo>
                  <a:pt x="637041" y="494107"/>
                </a:lnTo>
                <a:lnTo>
                  <a:pt x="642114" y="497586"/>
                </a:lnTo>
                <a:lnTo>
                  <a:pt x="659440" y="488264"/>
                </a:lnTo>
                <a:lnTo>
                  <a:pt x="666482" y="493616"/>
                </a:lnTo>
                <a:lnTo>
                  <a:pt x="672828" y="491141"/>
                </a:lnTo>
                <a:lnTo>
                  <a:pt x="669585" y="483046"/>
                </a:lnTo>
                <a:lnTo>
                  <a:pt x="674221" y="479011"/>
                </a:lnTo>
                <a:lnTo>
                  <a:pt x="677503" y="459418"/>
                </a:lnTo>
                <a:lnTo>
                  <a:pt x="687648" y="450371"/>
                </a:lnTo>
                <a:lnTo>
                  <a:pt x="693159" y="432462"/>
                </a:lnTo>
                <a:lnTo>
                  <a:pt x="697714" y="432016"/>
                </a:lnTo>
                <a:lnTo>
                  <a:pt x="703025" y="425803"/>
                </a:lnTo>
                <a:lnTo>
                  <a:pt x="702051" y="421238"/>
                </a:lnTo>
                <a:lnTo>
                  <a:pt x="714284" y="409061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8E190B-6811-4C88-B5E1-6A52E55E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074" y="2833715"/>
            <a:ext cx="729025" cy="796081"/>
          </a:xfrm>
          <a:custGeom xmlns:a="http://schemas.openxmlformats.org/drawingml/2006/main">
            <a:pathLst>
              <a:path w="729025" h="796081">
                <a:moveTo>
                  <a:pt x="47921" y="672732"/>
                </a:moveTo>
                <a:lnTo>
                  <a:pt x="60752" y="693644"/>
                </a:lnTo>
                <a:lnTo>
                  <a:pt x="65785" y="693369"/>
                </a:lnTo>
                <a:lnTo>
                  <a:pt x="76567" y="675231"/>
                </a:lnTo>
                <a:lnTo>
                  <a:pt x="82117" y="688966"/>
                </a:lnTo>
                <a:lnTo>
                  <a:pt x="98250" y="692016"/>
                </a:lnTo>
                <a:lnTo>
                  <a:pt x="100100" y="695249"/>
                </a:lnTo>
                <a:lnTo>
                  <a:pt x="120092" y="700249"/>
                </a:lnTo>
                <a:lnTo>
                  <a:pt x="132405" y="699538"/>
                </a:lnTo>
                <a:lnTo>
                  <a:pt x="143923" y="693667"/>
                </a:lnTo>
                <a:lnTo>
                  <a:pt x="155401" y="696877"/>
                </a:lnTo>
                <a:lnTo>
                  <a:pt x="159062" y="704952"/>
                </a:lnTo>
                <a:lnTo>
                  <a:pt x="175712" y="719153"/>
                </a:lnTo>
                <a:lnTo>
                  <a:pt x="175533" y="740589"/>
                </a:lnTo>
                <a:lnTo>
                  <a:pt x="185240" y="751816"/>
                </a:lnTo>
                <a:lnTo>
                  <a:pt x="185718" y="767501"/>
                </a:lnTo>
                <a:lnTo>
                  <a:pt x="196738" y="771727"/>
                </a:lnTo>
                <a:lnTo>
                  <a:pt x="200816" y="777194"/>
                </a:lnTo>
                <a:lnTo>
                  <a:pt x="199384" y="793301"/>
                </a:lnTo>
                <a:lnTo>
                  <a:pt x="207779" y="796081"/>
                </a:lnTo>
                <a:lnTo>
                  <a:pt x="233122" y="793553"/>
                </a:lnTo>
                <a:lnTo>
                  <a:pt x="244341" y="783259"/>
                </a:lnTo>
                <a:lnTo>
                  <a:pt x="273166" y="783627"/>
                </a:lnTo>
                <a:lnTo>
                  <a:pt x="277224" y="780985"/>
                </a:lnTo>
                <a:lnTo>
                  <a:pt x="276090" y="776436"/>
                </a:lnTo>
                <a:lnTo>
                  <a:pt x="283450" y="773312"/>
                </a:lnTo>
                <a:lnTo>
                  <a:pt x="280128" y="768810"/>
                </a:lnTo>
                <a:lnTo>
                  <a:pt x="282754" y="760519"/>
                </a:lnTo>
                <a:lnTo>
                  <a:pt x="275672" y="753125"/>
                </a:lnTo>
                <a:lnTo>
                  <a:pt x="276229" y="743895"/>
                </a:lnTo>
                <a:lnTo>
                  <a:pt x="271276" y="740406"/>
                </a:lnTo>
                <a:lnTo>
                  <a:pt x="279949" y="727506"/>
                </a:lnTo>
                <a:lnTo>
                  <a:pt x="279850" y="722113"/>
                </a:lnTo>
                <a:lnTo>
                  <a:pt x="285818" y="717203"/>
                </a:lnTo>
                <a:lnTo>
                  <a:pt x="280765" y="714725"/>
                </a:lnTo>
                <a:lnTo>
                  <a:pt x="267476" y="693254"/>
                </a:lnTo>
                <a:lnTo>
                  <a:pt x="269784" y="682338"/>
                </a:lnTo>
                <a:lnTo>
                  <a:pt x="291646" y="668766"/>
                </a:lnTo>
                <a:lnTo>
                  <a:pt x="285579" y="664778"/>
                </a:lnTo>
                <a:lnTo>
                  <a:pt x="278755" y="651302"/>
                </a:lnTo>
                <a:lnTo>
                  <a:pt x="264413" y="647200"/>
                </a:lnTo>
                <a:lnTo>
                  <a:pt x="261608" y="650614"/>
                </a:lnTo>
                <a:lnTo>
                  <a:pt x="255143" y="648713"/>
                </a:lnTo>
                <a:lnTo>
                  <a:pt x="254884" y="651669"/>
                </a:lnTo>
                <a:lnTo>
                  <a:pt x="251483" y="649423"/>
                </a:lnTo>
                <a:lnTo>
                  <a:pt x="241636" y="653250"/>
                </a:lnTo>
                <a:lnTo>
                  <a:pt x="231232" y="649354"/>
                </a:lnTo>
                <a:lnTo>
                  <a:pt x="233281" y="638906"/>
                </a:lnTo>
                <a:lnTo>
                  <a:pt x="226895" y="631828"/>
                </a:lnTo>
                <a:lnTo>
                  <a:pt x="225224" y="614698"/>
                </a:lnTo>
                <a:lnTo>
                  <a:pt x="231371" y="616987"/>
                </a:lnTo>
                <a:lnTo>
                  <a:pt x="240880" y="613003"/>
                </a:lnTo>
                <a:lnTo>
                  <a:pt x="242969" y="623743"/>
                </a:lnTo>
                <a:lnTo>
                  <a:pt x="252875" y="628438"/>
                </a:lnTo>
                <a:lnTo>
                  <a:pt x="254327" y="619048"/>
                </a:lnTo>
                <a:lnTo>
                  <a:pt x="267516" y="607989"/>
                </a:lnTo>
                <a:lnTo>
                  <a:pt x="287727" y="609569"/>
                </a:lnTo>
                <a:lnTo>
                  <a:pt x="289935" y="603318"/>
                </a:lnTo>
                <a:lnTo>
                  <a:pt x="308256" y="594254"/>
                </a:lnTo>
                <a:lnTo>
                  <a:pt x="314343" y="583040"/>
                </a:lnTo>
                <a:lnTo>
                  <a:pt x="312712" y="580271"/>
                </a:lnTo>
                <a:lnTo>
                  <a:pt x="325801" y="582033"/>
                </a:lnTo>
                <a:lnTo>
                  <a:pt x="326657" y="576335"/>
                </a:lnTo>
                <a:lnTo>
                  <a:pt x="322181" y="568076"/>
                </a:lnTo>
                <a:lnTo>
                  <a:pt x="328069" y="559727"/>
                </a:lnTo>
                <a:lnTo>
                  <a:pt x="333659" y="559590"/>
                </a:lnTo>
                <a:lnTo>
                  <a:pt x="334395" y="549664"/>
                </a:lnTo>
                <a:lnTo>
                  <a:pt x="340701" y="551379"/>
                </a:lnTo>
                <a:lnTo>
                  <a:pt x="343506" y="558126"/>
                </a:lnTo>
                <a:lnTo>
                  <a:pt x="352139" y="554924"/>
                </a:lnTo>
                <a:lnTo>
                  <a:pt x="361369" y="542530"/>
                </a:lnTo>
                <a:lnTo>
                  <a:pt x="369685" y="540724"/>
                </a:lnTo>
                <a:lnTo>
                  <a:pt x="373962" y="546714"/>
                </a:lnTo>
                <a:lnTo>
                  <a:pt x="377085" y="544336"/>
                </a:lnTo>
                <a:lnTo>
                  <a:pt x="381879" y="548864"/>
                </a:lnTo>
                <a:lnTo>
                  <a:pt x="385201" y="539786"/>
                </a:lnTo>
                <a:lnTo>
                  <a:pt x="389418" y="539992"/>
                </a:lnTo>
                <a:lnTo>
                  <a:pt x="387051" y="543056"/>
                </a:lnTo>
                <a:lnTo>
                  <a:pt x="392342" y="550396"/>
                </a:lnTo>
                <a:lnTo>
                  <a:pt x="393277" y="569861"/>
                </a:lnTo>
                <a:lnTo>
                  <a:pt x="402786" y="567001"/>
                </a:lnTo>
                <a:lnTo>
                  <a:pt x="409928" y="571714"/>
                </a:lnTo>
                <a:lnTo>
                  <a:pt x="416034" y="587136"/>
                </a:lnTo>
                <a:lnTo>
                  <a:pt x="433341" y="590432"/>
                </a:lnTo>
                <a:lnTo>
                  <a:pt x="434654" y="598397"/>
                </a:lnTo>
                <a:lnTo>
                  <a:pt x="439945" y="603295"/>
                </a:lnTo>
                <a:lnTo>
                  <a:pt x="453672" y="597596"/>
                </a:lnTo>
                <a:lnTo>
                  <a:pt x="467914" y="599701"/>
                </a:lnTo>
                <a:lnTo>
                  <a:pt x="466422" y="603547"/>
                </a:lnTo>
                <a:lnTo>
                  <a:pt x="469784" y="606432"/>
                </a:lnTo>
                <a:lnTo>
                  <a:pt x="474061" y="600342"/>
                </a:lnTo>
                <a:lnTo>
                  <a:pt x="477045" y="601121"/>
                </a:lnTo>
                <a:lnTo>
                  <a:pt x="480765" y="607164"/>
                </a:lnTo>
                <a:lnTo>
                  <a:pt x="490552" y="610896"/>
                </a:lnTo>
                <a:lnTo>
                  <a:pt x="492203" y="625392"/>
                </a:lnTo>
                <a:lnTo>
                  <a:pt x="501215" y="617331"/>
                </a:lnTo>
                <a:lnTo>
                  <a:pt x="526458" y="614262"/>
                </a:lnTo>
                <a:lnTo>
                  <a:pt x="528985" y="607073"/>
                </a:lnTo>
                <a:lnTo>
                  <a:pt x="536544" y="606844"/>
                </a:lnTo>
                <a:lnTo>
                  <a:pt x="536047" y="603456"/>
                </a:lnTo>
                <a:lnTo>
                  <a:pt x="546212" y="608378"/>
                </a:lnTo>
                <a:lnTo>
                  <a:pt x="549653" y="602197"/>
                </a:lnTo>
                <a:lnTo>
                  <a:pt x="553334" y="603341"/>
                </a:lnTo>
                <a:lnTo>
                  <a:pt x="556994" y="614629"/>
                </a:lnTo>
                <a:lnTo>
                  <a:pt x="554786" y="616117"/>
                </a:lnTo>
                <a:lnTo>
                  <a:pt x="577762" y="615797"/>
                </a:lnTo>
                <a:lnTo>
                  <a:pt x="584485" y="602403"/>
                </a:lnTo>
                <a:lnTo>
                  <a:pt x="597992" y="595490"/>
                </a:lnTo>
                <a:lnTo>
                  <a:pt x="599763" y="584596"/>
                </a:lnTo>
                <a:lnTo>
                  <a:pt x="603503" y="582582"/>
                </a:lnTo>
                <a:lnTo>
                  <a:pt x="601613" y="572446"/>
                </a:lnTo>
                <a:lnTo>
                  <a:pt x="622201" y="571531"/>
                </a:lnTo>
                <a:lnTo>
                  <a:pt x="620909" y="563112"/>
                </a:lnTo>
                <a:lnTo>
                  <a:pt x="627831" y="553186"/>
                </a:lnTo>
                <a:lnTo>
                  <a:pt x="623057" y="546668"/>
                </a:lnTo>
                <a:lnTo>
                  <a:pt x="629244" y="534917"/>
                </a:lnTo>
                <a:lnTo>
                  <a:pt x="637698" y="534619"/>
                </a:lnTo>
                <a:lnTo>
                  <a:pt x="639986" y="519808"/>
                </a:lnTo>
                <a:lnTo>
                  <a:pt x="635291" y="516494"/>
                </a:lnTo>
                <a:lnTo>
                  <a:pt x="636604" y="505800"/>
                </a:lnTo>
                <a:lnTo>
                  <a:pt x="624410" y="495223"/>
                </a:lnTo>
                <a:lnTo>
                  <a:pt x="625027" y="490152"/>
                </a:lnTo>
                <a:lnTo>
                  <a:pt x="611420" y="463049"/>
                </a:lnTo>
                <a:lnTo>
                  <a:pt x="611579" y="452846"/>
                </a:lnTo>
                <a:lnTo>
                  <a:pt x="628826" y="432926"/>
                </a:lnTo>
                <a:lnTo>
                  <a:pt x="631869" y="409730"/>
                </a:lnTo>
                <a:lnTo>
                  <a:pt x="653035" y="385406"/>
                </a:lnTo>
                <a:lnTo>
                  <a:pt x="650688" y="374809"/>
                </a:lnTo>
                <a:lnTo>
                  <a:pt x="654189" y="366744"/>
                </a:lnTo>
                <a:lnTo>
                  <a:pt x="650429" y="359909"/>
                </a:lnTo>
                <a:lnTo>
                  <a:pt x="652617" y="345402"/>
                </a:lnTo>
                <a:lnTo>
                  <a:pt x="646053" y="340027"/>
                </a:lnTo>
                <a:lnTo>
                  <a:pt x="645834" y="335314"/>
                </a:lnTo>
                <a:lnTo>
                  <a:pt x="652976" y="328963"/>
                </a:lnTo>
                <a:lnTo>
                  <a:pt x="658685" y="310322"/>
                </a:lnTo>
                <a:lnTo>
                  <a:pt x="681621" y="313281"/>
                </a:lnTo>
                <a:lnTo>
                  <a:pt x="686455" y="307251"/>
                </a:lnTo>
                <a:lnTo>
                  <a:pt x="682297" y="300653"/>
                </a:lnTo>
                <a:lnTo>
                  <a:pt x="704955" y="291257"/>
                </a:lnTo>
                <a:lnTo>
                  <a:pt x="711002" y="292190"/>
                </a:lnTo>
                <a:lnTo>
                  <a:pt x="729025" y="279408"/>
                </a:lnTo>
                <a:lnTo>
                  <a:pt x="722202" y="272722"/>
                </a:lnTo>
                <a:lnTo>
                  <a:pt x="727195" y="268039"/>
                </a:lnTo>
                <a:lnTo>
                  <a:pt x="721585" y="258536"/>
                </a:lnTo>
                <a:lnTo>
                  <a:pt x="712673" y="261173"/>
                </a:lnTo>
                <a:lnTo>
                  <a:pt x="708675" y="253899"/>
                </a:lnTo>
                <a:lnTo>
                  <a:pt x="680129" y="264811"/>
                </a:lnTo>
                <a:lnTo>
                  <a:pt x="674957" y="272768"/>
                </a:lnTo>
                <a:lnTo>
                  <a:pt x="664255" y="273677"/>
                </a:lnTo>
                <a:lnTo>
                  <a:pt x="662882" y="267470"/>
                </a:lnTo>
                <a:lnTo>
                  <a:pt x="657650" y="269085"/>
                </a:lnTo>
                <a:lnTo>
                  <a:pt x="655979" y="264515"/>
                </a:lnTo>
                <a:lnTo>
                  <a:pt x="652896" y="267993"/>
                </a:lnTo>
                <a:lnTo>
                  <a:pt x="647624" y="266356"/>
                </a:lnTo>
                <a:lnTo>
                  <a:pt x="629184" y="279954"/>
                </a:lnTo>
                <a:lnTo>
                  <a:pt x="622580" y="274678"/>
                </a:lnTo>
                <a:lnTo>
                  <a:pt x="625225" y="268880"/>
                </a:lnTo>
                <a:lnTo>
                  <a:pt x="623156" y="266175"/>
                </a:lnTo>
                <a:lnTo>
                  <a:pt x="612554" y="271563"/>
                </a:lnTo>
                <a:lnTo>
                  <a:pt x="605094" y="286231"/>
                </a:lnTo>
                <a:lnTo>
                  <a:pt x="591945" y="292872"/>
                </a:lnTo>
                <a:lnTo>
                  <a:pt x="586415" y="302541"/>
                </a:lnTo>
                <a:lnTo>
                  <a:pt x="579035" y="307296"/>
                </a:lnTo>
                <a:lnTo>
                  <a:pt x="566980" y="299015"/>
                </a:lnTo>
                <a:lnTo>
                  <a:pt x="563041" y="303360"/>
                </a:lnTo>
                <a:lnTo>
                  <a:pt x="563101" y="314646"/>
                </a:lnTo>
                <a:lnTo>
                  <a:pt x="552100" y="324683"/>
                </a:lnTo>
                <a:lnTo>
                  <a:pt x="546908" y="324888"/>
                </a:lnTo>
                <a:lnTo>
                  <a:pt x="536962" y="314783"/>
                </a:lnTo>
                <a:lnTo>
                  <a:pt x="531213" y="302495"/>
                </a:lnTo>
                <a:lnTo>
                  <a:pt x="534555" y="290780"/>
                </a:lnTo>
                <a:lnTo>
                  <a:pt x="544302" y="284707"/>
                </a:lnTo>
                <a:lnTo>
                  <a:pt x="546948" y="276474"/>
                </a:lnTo>
                <a:lnTo>
                  <a:pt x="547743" y="266720"/>
                </a:lnTo>
                <a:lnTo>
                  <a:pt x="542810" y="250104"/>
                </a:lnTo>
                <a:lnTo>
                  <a:pt x="525782" y="240469"/>
                </a:lnTo>
                <a:lnTo>
                  <a:pt x="517467" y="230926"/>
                </a:lnTo>
                <a:lnTo>
                  <a:pt x="502826" y="227519"/>
                </a:lnTo>
                <a:lnTo>
                  <a:pt x="503502" y="215504"/>
                </a:lnTo>
                <a:lnTo>
                  <a:pt x="496918" y="207965"/>
                </a:lnTo>
                <a:lnTo>
                  <a:pt x="491308" y="190075"/>
                </a:lnTo>
                <a:lnTo>
                  <a:pt x="491189" y="180111"/>
                </a:lnTo>
                <a:lnTo>
                  <a:pt x="500797" y="165227"/>
                </a:lnTo>
                <a:lnTo>
                  <a:pt x="493298" y="150438"/>
                </a:lnTo>
                <a:lnTo>
                  <a:pt x="498609" y="133840"/>
                </a:lnTo>
                <a:lnTo>
                  <a:pt x="493357" y="132298"/>
                </a:lnTo>
                <a:lnTo>
                  <a:pt x="492581" y="128422"/>
                </a:lnTo>
                <a:lnTo>
                  <a:pt x="487469" y="129147"/>
                </a:lnTo>
                <a:lnTo>
                  <a:pt x="482277" y="116704"/>
                </a:lnTo>
                <a:lnTo>
                  <a:pt x="483550" y="106189"/>
                </a:lnTo>
                <a:lnTo>
                  <a:pt x="475951" y="99007"/>
                </a:lnTo>
                <a:lnTo>
                  <a:pt x="464274" y="99007"/>
                </a:lnTo>
                <a:lnTo>
                  <a:pt x="449036" y="112670"/>
                </a:lnTo>
                <a:lnTo>
                  <a:pt x="435290" y="112919"/>
                </a:lnTo>
                <a:lnTo>
                  <a:pt x="429880" y="101182"/>
                </a:lnTo>
                <a:lnTo>
                  <a:pt x="424250" y="97263"/>
                </a:lnTo>
                <a:lnTo>
                  <a:pt x="431133" y="83990"/>
                </a:lnTo>
                <a:lnTo>
                  <a:pt x="430198" y="77310"/>
                </a:lnTo>
                <a:lnTo>
                  <a:pt x="418044" y="55418"/>
                </a:lnTo>
                <a:lnTo>
                  <a:pt x="424847" y="52227"/>
                </a:lnTo>
                <a:lnTo>
                  <a:pt x="434793" y="26502"/>
                </a:lnTo>
                <a:lnTo>
                  <a:pt x="422500" y="12164"/>
                </a:lnTo>
                <a:lnTo>
                  <a:pt x="418919" y="15307"/>
                </a:lnTo>
                <a:lnTo>
                  <a:pt x="402070" y="9925"/>
                </a:lnTo>
                <a:lnTo>
                  <a:pt x="393695" y="15691"/>
                </a:lnTo>
                <a:lnTo>
                  <a:pt x="387946" y="27181"/>
                </a:lnTo>
                <a:lnTo>
                  <a:pt x="382177" y="25801"/>
                </a:lnTo>
                <a:lnTo>
                  <a:pt x="382873" y="14244"/>
                </a:lnTo>
                <a:lnTo>
                  <a:pt x="378676" y="8772"/>
                </a:lnTo>
                <a:lnTo>
                  <a:pt x="381163" y="3798"/>
                </a:lnTo>
                <a:lnTo>
                  <a:pt x="373584" y="2736"/>
                </a:lnTo>
                <a:lnTo>
                  <a:pt x="373126" y="7777"/>
                </a:lnTo>
                <a:lnTo>
                  <a:pt x="365686" y="11983"/>
                </a:lnTo>
                <a:lnTo>
                  <a:pt x="354427" y="1967"/>
                </a:lnTo>
                <a:lnTo>
                  <a:pt x="345973" y="3798"/>
                </a:lnTo>
                <a:lnTo>
                  <a:pt x="331531" y="0"/>
                </a:lnTo>
                <a:lnTo>
                  <a:pt x="333321" y="17342"/>
                </a:lnTo>
                <a:lnTo>
                  <a:pt x="314483" y="21639"/>
                </a:lnTo>
                <a:lnTo>
                  <a:pt x="313866" y="30529"/>
                </a:lnTo>
                <a:lnTo>
                  <a:pt x="326040" y="36998"/>
                </a:lnTo>
                <a:lnTo>
                  <a:pt x="323593" y="45574"/>
                </a:lnTo>
                <a:lnTo>
                  <a:pt x="329720" y="47724"/>
                </a:lnTo>
                <a:lnTo>
                  <a:pt x="328129" y="49919"/>
                </a:lnTo>
                <a:lnTo>
                  <a:pt x="337618" y="60036"/>
                </a:lnTo>
                <a:lnTo>
                  <a:pt x="345655" y="60081"/>
                </a:lnTo>
                <a:lnTo>
                  <a:pt x="347007" y="92710"/>
                </a:lnTo>
                <a:lnTo>
                  <a:pt x="344262" y="110585"/>
                </a:lnTo>
                <a:lnTo>
                  <a:pt x="337300" y="122959"/>
                </a:lnTo>
                <a:lnTo>
                  <a:pt x="348081" y="134452"/>
                </a:lnTo>
                <a:lnTo>
                  <a:pt x="357053" y="135971"/>
                </a:lnTo>
                <a:lnTo>
                  <a:pt x="362782" y="144315"/>
                </a:lnTo>
                <a:lnTo>
                  <a:pt x="361608" y="150461"/>
                </a:lnTo>
                <a:lnTo>
                  <a:pt x="355521" y="151232"/>
                </a:lnTo>
                <a:lnTo>
                  <a:pt x="349036" y="159284"/>
                </a:lnTo>
                <a:lnTo>
                  <a:pt x="356277" y="167586"/>
                </a:lnTo>
                <a:lnTo>
                  <a:pt x="348658" y="175392"/>
                </a:lnTo>
                <a:lnTo>
                  <a:pt x="338592" y="174008"/>
                </a:lnTo>
                <a:lnTo>
                  <a:pt x="339885" y="188463"/>
                </a:lnTo>
                <a:lnTo>
                  <a:pt x="336046" y="193298"/>
                </a:lnTo>
                <a:lnTo>
                  <a:pt x="342312" y="206716"/>
                </a:lnTo>
                <a:lnTo>
                  <a:pt x="330775" y="208282"/>
                </a:lnTo>
                <a:lnTo>
                  <a:pt x="325424" y="213323"/>
                </a:lnTo>
                <a:lnTo>
                  <a:pt x="325961" y="221727"/>
                </a:lnTo>
                <a:lnTo>
                  <a:pt x="316770" y="222749"/>
                </a:lnTo>
                <a:lnTo>
                  <a:pt x="310803" y="229677"/>
                </a:lnTo>
                <a:lnTo>
                  <a:pt x="312453" y="239310"/>
                </a:lnTo>
                <a:lnTo>
                  <a:pt x="295585" y="237492"/>
                </a:lnTo>
                <a:lnTo>
                  <a:pt x="288523" y="241287"/>
                </a:lnTo>
                <a:lnTo>
                  <a:pt x="293635" y="254263"/>
                </a:lnTo>
                <a:lnTo>
                  <a:pt x="292084" y="270949"/>
                </a:lnTo>
                <a:lnTo>
                  <a:pt x="282257" y="277998"/>
                </a:lnTo>
                <a:lnTo>
                  <a:pt x="276567" y="275247"/>
                </a:lnTo>
                <a:lnTo>
                  <a:pt x="267715" y="278567"/>
                </a:lnTo>
                <a:lnTo>
                  <a:pt x="253711" y="269335"/>
                </a:lnTo>
                <a:lnTo>
                  <a:pt x="250408" y="270312"/>
                </a:lnTo>
                <a:lnTo>
                  <a:pt x="250388" y="277043"/>
                </a:lnTo>
                <a:lnTo>
                  <a:pt x="244063" y="280932"/>
                </a:lnTo>
                <a:lnTo>
                  <a:pt x="239507" y="277634"/>
                </a:lnTo>
                <a:lnTo>
                  <a:pt x="233977" y="280386"/>
                </a:lnTo>
                <a:lnTo>
                  <a:pt x="213209" y="275474"/>
                </a:lnTo>
                <a:lnTo>
                  <a:pt x="213130" y="265288"/>
                </a:lnTo>
                <a:lnTo>
                  <a:pt x="209927" y="263037"/>
                </a:lnTo>
                <a:lnTo>
                  <a:pt x="202706" y="268084"/>
                </a:lnTo>
                <a:lnTo>
                  <a:pt x="201314" y="261059"/>
                </a:lnTo>
                <a:lnTo>
                  <a:pt x="197653" y="266424"/>
                </a:lnTo>
                <a:lnTo>
                  <a:pt x="203263" y="273632"/>
                </a:lnTo>
                <a:lnTo>
                  <a:pt x="200438" y="274473"/>
                </a:lnTo>
                <a:lnTo>
                  <a:pt x="199901" y="281932"/>
                </a:lnTo>
                <a:lnTo>
                  <a:pt x="191387" y="280363"/>
                </a:lnTo>
                <a:lnTo>
                  <a:pt x="191984" y="287231"/>
                </a:lnTo>
                <a:lnTo>
                  <a:pt x="189119" y="288551"/>
                </a:lnTo>
                <a:lnTo>
                  <a:pt x="184564" y="282569"/>
                </a:lnTo>
                <a:lnTo>
                  <a:pt x="177442" y="290348"/>
                </a:lnTo>
                <a:lnTo>
                  <a:pt x="173762" y="287777"/>
                </a:lnTo>
                <a:lnTo>
                  <a:pt x="165865" y="294965"/>
                </a:lnTo>
                <a:lnTo>
                  <a:pt x="161349" y="290143"/>
                </a:lnTo>
                <a:lnTo>
                  <a:pt x="160494" y="296262"/>
                </a:lnTo>
                <a:lnTo>
                  <a:pt x="153631" y="300356"/>
                </a:lnTo>
                <a:lnTo>
                  <a:pt x="149036" y="298332"/>
                </a:lnTo>
                <a:lnTo>
                  <a:pt x="159360" y="289438"/>
                </a:lnTo>
                <a:lnTo>
                  <a:pt x="147226" y="284843"/>
                </a:lnTo>
                <a:lnTo>
                  <a:pt x="142173" y="263060"/>
                </a:lnTo>
                <a:lnTo>
                  <a:pt x="136921" y="260468"/>
                </a:lnTo>
                <a:lnTo>
                  <a:pt x="132863" y="251422"/>
                </a:lnTo>
                <a:lnTo>
                  <a:pt x="126776" y="252013"/>
                </a:lnTo>
                <a:lnTo>
                  <a:pt x="123593" y="262537"/>
                </a:lnTo>
                <a:lnTo>
                  <a:pt x="125801" y="278816"/>
                </a:lnTo>
                <a:lnTo>
                  <a:pt x="121504" y="276816"/>
                </a:lnTo>
                <a:lnTo>
                  <a:pt x="117228" y="281432"/>
                </a:lnTo>
                <a:lnTo>
                  <a:pt x="107878" y="281295"/>
                </a:lnTo>
                <a:lnTo>
                  <a:pt x="106187" y="285435"/>
                </a:lnTo>
                <a:lnTo>
                  <a:pt x="101990" y="286208"/>
                </a:lnTo>
                <a:lnTo>
                  <a:pt x="100140" y="276383"/>
                </a:lnTo>
                <a:lnTo>
                  <a:pt x="93197" y="279931"/>
                </a:lnTo>
                <a:lnTo>
                  <a:pt x="89855" y="269744"/>
                </a:lnTo>
                <a:lnTo>
                  <a:pt x="77144" y="269676"/>
                </a:lnTo>
                <a:lnTo>
                  <a:pt x="71574" y="264037"/>
                </a:lnTo>
                <a:lnTo>
                  <a:pt x="59141" y="265492"/>
                </a:lnTo>
                <a:lnTo>
                  <a:pt x="56077" y="257695"/>
                </a:lnTo>
                <a:lnTo>
                  <a:pt x="45316" y="275679"/>
                </a:lnTo>
                <a:lnTo>
                  <a:pt x="38313" y="273109"/>
                </a:lnTo>
                <a:lnTo>
                  <a:pt x="28367" y="276793"/>
                </a:lnTo>
                <a:lnTo>
                  <a:pt x="26119" y="287300"/>
                </a:lnTo>
                <a:lnTo>
                  <a:pt x="18918" y="282910"/>
                </a:lnTo>
                <a:lnTo>
                  <a:pt x="9191" y="291235"/>
                </a:lnTo>
                <a:lnTo>
                  <a:pt x="0" y="293464"/>
                </a:lnTo>
                <a:lnTo>
                  <a:pt x="2964" y="303519"/>
                </a:lnTo>
                <a:lnTo>
                  <a:pt x="14084" y="305271"/>
                </a:lnTo>
                <a:lnTo>
                  <a:pt x="18242" y="300084"/>
                </a:lnTo>
                <a:lnTo>
                  <a:pt x="24468" y="304725"/>
                </a:lnTo>
                <a:lnTo>
                  <a:pt x="28148" y="301176"/>
                </a:lnTo>
                <a:lnTo>
                  <a:pt x="37597" y="310345"/>
                </a:lnTo>
                <a:lnTo>
                  <a:pt x="34952" y="325730"/>
                </a:lnTo>
                <a:lnTo>
                  <a:pt x="22021" y="352256"/>
                </a:lnTo>
                <a:lnTo>
                  <a:pt x="28765" y="357130"/>
                </a:lnTo>
                <a:lnTo>
                  <a:pt x="24329" y="357085"/>
                </a:lnTo>
                <a:lnTo>
                  <a:pt x="30098" y="368019"/>
                </a:lnTo>
                <a:lnTo>
                  <a:pt x="23414" y="369797"/>
                </a:lnTo>
                <a:lnTo>
                  <a:pt x="12035" y="384038"/>
                </a:lnTo>
                <a:lnTo>
                  <a:pt x="14422" y="388278"/>
                </a:lnTo>
                <a:lnTo>
                  <a:pt x="37975" y="388528"/>
                </a:lnTo>
                <a:lnTo>
                  <a:pt x="42650" y="379982"/>
                </a:lnTo>
                <a:lnTo>
                  <a:pt x="46529" y="380278"/>
                </a:lnTo>
                <a:lnTo>
                  <a:pt x="56217" y="404691"/>
                </a:lnTo>
                <a:lnTo>
                  <a:pt x="46131" y="409548"/>
                </a:lnTo>
                <a:lnTo>
                  <a:pt x="45336" y="416161"/>
                </a:lnTo>
                <a:lnTo>
                  <a:pt x="47006" y="419901"/>
                </a:lnTo>
                <a:lnTo>
                  <a:pt x="55620" y="421360"/>
                </a:lnTo>
                <a:lnTo>
                  <a:pt x="52775" y="443786"/>
                </a:lnTo>
                <a:lnTo>
                  <a:pt x="58047" y="448076"/>
                </a:lnTo>
                <a:lnTo>
                  <a:pt x="37816" y="468322"/>
                </a:lnTo>
                <a:lnTo>
                  <a:pt x="32365" y="465217"/>
                </a:lnTo>
                <a:lnTo>
                  <a:pt x="28427" y="452754"/>
                </a:lnTo>
                <a:lnTo>
                  <a:pt x="23613" y="452184"/>
                </a:lnTo>
                <a:lnTo>
                  <a:pt x="16611" y="460013"/>
                </a:lnTo>
                <a:lnTo>
                  <a:pt x="5431" y="462980"/>
                </a:lnTo>
                <a:lnTo>
                  <a:pt x="3859" y="470788"/>
                </a:lnTo>
                <a:lnTo>
                  <a:pt x="9091" y="491591"/>
                </a:lnTo>
                <a:lnTo>
                  <a:pt x="2328" y="503950"/>
                </a:lnTo>
                <a:lnTo>
                  <a:pt x="4078" y="509662"/>
                </a:lnTo>
                <a:lnTo>
                  <a:pt x="10205" y="512769"/>
                </a:lnTo>
                <a:lnTo>
                  <a:pt x="5033" y="518802"/>
                </a:lnTo>
                <a:lnTo>
                  <a:pt x="6744" y="522322"/>
                </a:lnTo>
                <a:lnTo>
                  <a:pt x="19396" y="523648"/>
                </a:lnTo>
                <a:lnTo>
                  <a:pt x="33877" y="534208"/>
                </a:lnTo>
                <a:lnTo>
                  <a:pt x="49990" y="530345"/>
                </a:lnTo>
                <a:lnTo>
                  <a:pt x="49274" y="538117"/>
                </a:lnTo>
                <a:lnTo>
                  <a:pt x="58027" y="550190"/>
                </a:lnTo>
                <a:lnTo>
                  <a:pt x="60931" y="564027"/>
                </a:lnTo>
                <a:lnTo>
                  <a:pt x="75453" y="584047"/>
                </a:lnTo>
                <a:lnTo>
                  <a:pt x="75831" y="587708"/>
                </a:lnTo>
                <a:lnTo>
                  <a:pt x="68689" y="590065"/>
                </a:lnTo>
                <a:lnTo>
                  <a:pt x="82177" y="597641"/>
                </a:lnTo>
                <a:lnTo>
                  <a:pt x="77104" y="602700"/>
                </a:lnTo>
                <a:lnTo>
                  <a:pt x="72887" y="600388"/>
                </a:lnTo>
                <a:lnTo>
                  <a:pt x="64393" y="617834"/>
                </a:lnTo>
                <a:lnTo>
                  <a:pt x="40999" y="632790"/>
                </a:lnTo>
                <a:lnTo>
                  <a:pt x="45514" y="637143"/>
                </a:lnTo>
                <a:lnTo>
                  <a:pt x="45514" y="651210"/>
                </a:lnTo>
                <a:lnTo>
                  <a:pt x="49354" y="655954"/>
                </a:lnTo>
                <a:lnTo>
                  <a:pt x="47921" y="672732"/>
                </a:lnTo>
              </a:path>
            </a:pathLst>
          </a:custGeom>
          <a:solidFill xmlns:a="http://schemas.openxmlformats.org/drawingml/2006/main">
            <a:srgbClr val="81968A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0354C-4EB4-4FBC-9021-1E9F5A7F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427" y="2820063"/>
            <a:ext cx="547823" cy="913737"/>
          </a:xfrm>
          <a:custGeom xmlns:a="http://schemas.openxmlformats.org/drawingml/2006/main">
            <a:pathLst>
              <a:path w="547823" h="913737">
                <a:moveTo>
                  <a:pt x="513568" y="686384"/>
                </a:moveTo>
                <a:lnTo>
                  <a:pt x="515000" y="669606"/>
                </a:lnTo>
                <a:lnTo>
                  <a:pt x="511161" y="664862"/>
                </a:lnTo>
                <a:lnTo>
                  <a:pt x="511161" y="650795"/>
                </a:lnTo>
                <a:lnTo>
                  <a:pt x="506645" y="646442"/>
                </a:lnTo>
                <a:lnTo>
                  <a:pt x="530039" y="631486"/>
                </a:lnTo>
                <a:lnTo>
                  <a:pt x="538533" y="614040"/>
                </a:lnTo>
                <a:lnTo>
                  <a:pt x="542750" y="616352"/>
                </a:lnTo>
                <a:lnTo>
                  <a:pt x="547823" y="611293"/>
                </a:lnTo>
                <a:lnTo>
                  <a:pt x="534336" y="603717"/>
                </a:lnTo>
                <a:lnTo>
                  <a:pt x="541477" y="601360"/>
                </a:lnTo>
                <a:lnTo>
                  <a:pt x="541099" y="597699"/>
                </a:lnTo>
                <a:lnTo>
                  <a:pt x="526578" y="577679"/>
                </a:lnTo>
                <a:lnTo>
                  <a:pt x="523673" y="563842"/>
                </a:lnTo>
                <a:lnTo>
                  <a:pt x="514921" y="551769"/>
                </a:lnTo>
                <a:lnTo>
                  <a:pt x="515637" y="543997"/>
                </a:lnTo>
                <a:lnTo>
                  <a:pt x="499524" y="547860"/>
                </a:lnTo>
                <a:lnTo>
                  <a:pt x="485042" y="537300"/>
                </a:lnTo>
                <a:lnTo>
                  <a:pt x="472390" y="535974"/>
                </a:lnTo>
                <a:lnTo>
                  <a:pt x="470679" y="532454"/>
                </a:lnTo>
                <a:lnTo>
                  <a:pt x="475851" y="526421"/>
                </a:lnTo>
                <a:lnTo>
                  <a:pt x="469725" y="523314"/>
                </a:lnTo>
                <a:lnTo>
                  <a:pt x="467974" y="517602"/>
                </a:lnTo>
                <a:lnTo>
                  <a:pt x="474738" y="505243"/>
                </a:lnTo>
                <a:lnTo>
                  <a:pt x="469506" y="484440"/>
                </a:lnTo>
                <a:lnTo>
                  <a:pt x="471077" y="476632"/>
                </a:lnTo>
                <a:lnTo>
                  <a:pt x="482257" y="473665"/>
                </a:lnTo>
                <a:lnTo>
                  <a:pt x="489259" y="465836"/>
                </a:lnTo>
                <a:lnTo>
                  <a:pt x="494073" y="466406"/>
                </a:lnTo>
                <a:lnTo>
                  <a:pt x="498012" y="478869"/>
                </a:lnTo>
                <a:lnTo>
                  <a:pt x="503462" y="481974"/>
                </a:lnTo>
                <a:lnTo>
                  <a:pt x="523693" y="461728"/>
                </a:lnTo>
                <a:lnTo>
                  <a:pt x="518422" y="457438"/>
                </a:lnTo>
                <a:lnTo>
                  <a:pt x="521266" y="435012"/>
                </a:lnTo>
                <a:lnTo>
                  <a:pt x="512653" y="433553"/>
                </a:lnTo>
                <a:lnTo>
                  <a:pt x="510982" y="429813"/>
                </a:lnTo>
                <a:lnTo>
                  <a:pt x="511778" y="423200"/>
                </a:lnTo>
                <a:lnTo>
                  <a:pt x="521863" y="418343"/>
                </a:lnTo>
                <a:lnTo>
                  <a:pt x="521803" y="412803"/>
                </a:lnTo>
                <a:lnTo>
                  <a:pt x="518581" y="413008"/>
                </a:lnTo>
                <a:lnTo>
                  <a:pt x="512175" y="393930"/>
                </a:lnTo>
                <a:lnTo>
                  <a:pt x="508296" y="393634"/>
                </a:lnTo>
                <a:lnTo>
                  <a:pt x="503622" y="402180"/>
                </a:lnTo>
                <a:lnTo>
                  <a:pt x="480069" y="401930"/>
                </a:lnTo>
                <a:lnTo>
                  <a:pt x="477682" y="397690"/>
                </a:lnTo>
                <a:lnTo>
                  <a:pt x="489060" y="383449"/>
                </a:lnTo>
                <a:lnTo>
                  <a:pt x="495744" y="381671"/>
                </a:lnTo>
                <a:lnTo>
                  <a:pt x="489975" y="370737"/>
                </a:lnTo>
                <a:lnTo>
                  <a:pt x="494411" y="370782"/>
                </a:lnTo>
                <a:lnTo>
                  <a:pt x="487668" y="365908"/>
                </a:lnTo>
                <a:lnTo>
                  <a:pt x="500598" y="339382"/>
                </a:lnTo>
                <a:lnTo>
                  <a:pt x="503243" y="323997"/>
                </a:lnTo>
                <a:lnTo>
                  <a:pt x="493795" y="314828"/>
                </a:lnTo>
                <a:lnTo>
                  <a:pt x="490114" y="318377"/>
                </a:lnTo>
                <a:lnTo>
                  <a:pt x="483888" y="313736"/>
                </a:lnTo>
                <a:lnTo>
                  <a:pt x="479730" y="318923"/>
                </a:lnTo>
                <a:lnTo>
                  <a:pt x="472649" y="318695"/>
                </a:lnTo>
                <a:lnTo>
                  <a:pt x="464871" y="311552"/>
                </a:lnTo>
                <a:lnTo>
                  <a:pt x="465269" y="300337"/>
                </a:lnTo>
                <a:lnTo>
                  <a:pt x="462086" y="293629"/>
                </a:lnTo>
                <a:lnTo>
                  <a:pt x="458426" y="293469"/>
                </a:lnTo>
                <a:lnTo>
                  <a:pt x="460117" y="287625"/>
                </a:lnTo>
                <a:lnTo>
                  <a:pt x="452199" y="284942"/>
                </a:lnTo>
                <a:lnTo>
                  <a:pt x="448738" y="279349"/>
                </a:lnTo>
                <a:lnTo>
                  <a:pt x="452000" y="270665"/>
                </a:lnTo>
                <a:lnTo>
                  <a:pt x="452876" y="241830"/>
                </a:lnTo>
                <a:lnTo>
                  <a:pt x="458386" y="230223"/>
                </a:lnTo>
                <a:lnTo>
                  <a:pt x="457113" y="226975"/>
                </a:lnTo>
                <a:lnTo>
                  <a:pt x="445833" y="230177"/>
                </a:lnTo>
                <a:lnTo>
                  <a:pt x="447126" y="214760"/>
                </a:lnTo>
                <a:lnTo>
                  <a:pt x="436822" y="212239"/>
                </a:lnTo>
                <a:lnTo>
                  <a:pt x="435728" y="197871"/>
                </a:lnTo>
                <a:lnTo>
                  <a:pt x="432665" y="196873"/>
                </a:lnTo>
                <a:lnTo>
                  <a:pt x="432267" y="188318"/>
                </a:lnTo>
                <a:lnTo>
                  <a:pt x="436862" y="190291"/>
                </a:lnTo>
                <a:lnTo>
                  <a:pt x="436663" y="179265"/>
                </a:lnTo>
                <a:lnTo>
                  <a:pt x="433202" y="174591"/>
                </a:lnTo>
                <a:lnTo>
                  <a:pt x="440005" y="170803"/>
                </a:lnTo>
                <a:lnTo>
                  <a:pt x="436464" y="163047"/>
                </a:lnTo>
                <a:lnTo>
                  <a:pt x="441676" y="160031"/>
                </a:lnTo>
                <a:lnTo>
                  <a:pt x="439309" y="153137"/>
                </a:lnTo>
                <a:lnTo>
                  <a:pt x="445018" y="150553"/>
                </a:lnTo>
                <a:lnTo>
                  <a:pt x="452160" y="156108"/>
                </a:lnTo>
                <a:lnTo>
                  <a:pt x="457948" y="149510"/>
                </a:lnTo>
                <a:lnTo>
                  <a:pt x="467198" y="148421"/>
                </a:lnTo>
                <a:lnTo>
                  <a:pt x="469386" y="136271"/>
                </a:lnTo>
                <a:lnTo>
                  <a:pt x="458625" y="130741"/>
                </a:lnTo>
                <a:lnTo>
                  <a:pt x="433759" y="148807"/>
                </a:lnTo>
                <a:lnTo>
                  <a:pt x="434714" y="139376"/>
                </a:lnTo>
                <a:lnTo>
                  <a:pt x="440304" y="134526"/>
                </a:lnTo>
                <a:lnTo>
                  <a:pt x="435350" y="131307"/>
                </a:lnTo>
                <a:lnTo>
                  <a:pt x="442770" y="127251"/>
                </a:lnTo>
                <a:lnTo>
                  <a:pt x="444660" y="121473"/>
                </a:lnTo>
                <a:lnTo>
                  <a:pt x="443148" y="115672"/>
                </a:lnTo>
                <a:lnTo>
                  <a:pt x="433460" y="112365"/>
                </a:lnTo>
                <a:lnTo>
                  <a:pt x="436066" y="99137"/>
                </a:lnTo>
                <a:lnTo>
                  <a:pt x="421047" y="87542"/>
                </a:lnTo>
                <a:lnTo>
                  <a:pt x="415378" y="91188"/>
                </a:lnTo>
                <a:lnTo>
                  <a:pt x="415119" y="95740"/>
                </a:lnTo>
                <a:lnTo>
                  <a:pt x="401553" y="90033"/>
                </a:lnTo>
                <a:lnTo>
                  <a:pt x="383490" y="89830"/>
                </a:lnTo>
                <a:lnTo>
                  <a:pt x="379551" y="93543"/>
                </a:lnTo>
                <a:lnTo>
                  <a:pt x="388304" y="101809"/>
                </a:lnTo>
                <a:lnTo>
                  <a:pt x="383311" y="110938"/>
                </a:lnTo>
                <a:lnTo>
                  <a:pt x="377562" y="99771"/>
                </a:lnTo>
                <a:lnTo>
                  <a:pt x="366939" y="91120"/>
                </a:lnTo>
                <a:lnTo>
                  <a:pt x="350727" y="54927"/>
                </a:lnTo>
                <a:lnTo>
                  <a:pt x="351304" y="48682"/>
                </a:lnTo>
                <a:lnTo>
                  <a:pt x="345973" y="47528"/>
                </a:lnTo>
                <a:lnTo>
                  <a:pt x="334395" y="29208"/>
                </a:lnTo>
                <a:lnTo>
                  <a:pt x="329919" y="27941"/>
                </a:lnTo>
                <a:lnTo>
                  <a:pt x="318401" y="35585"/>
                </a:lnTo>
                <a:lnTo>
                  <a:pt x="314602" y="34319"/>
                </a:lnTo>
                <a:lnTo>
                  <a:pt x="315875" y="25929"/>
                </a:lnTo>
                <a:lnTo>
                  <a:pt x="301592" y="32215"/>
                </a:lnTo>
                <a:lnTo>
                  <a:pt x="298270" y="24188"/>
                </a:lnTo>
                <a:lnTo>
                  <a:pt x="288304" y="22786"/>
                </a:lnTo>
                <a:lnTo>
                  <a:pt x="291049" y="14850"/>
                </a:lnTo>
                <a:lnTo>
                  <a:pt x="289040" y="10781"/>
                </a:lnTo>
                <a:lnTo>
                  <a:pt x="283410" y="14421"/>
                </a:lnTo>
                <a:lnTo>
                  <a:pt x="276647" y="7639"/>
                </a:lnTo>
                <a:lnTo>
                  <a:pt x="266442" y="14037"/>
                </a:lnTo>
                <a:lnTo>
                  <a:pt x="254168" y="11211"/>
                </a:lnTo>
                <a:lnTo>
                  <a:pt x="251860" y="26449"/>
                </a:lnTo>
                <a:lnTo>
                  <a:pt x="246450" y="32148"/>
                </a:lnTo>
                <a:lnTo>
                  <a:pt x="236126" y="33550"/>
                </a:lnTo>
                <a:lnTo>
                  <a:pt x="226716" y="23939"/>
                </a:lnTo>
                <a:lnTo>
                  <a:pt x="217486" y="22718"/>
                </a:lnTo>
                <a:lnTo>
                  <a:pt x="217168" y="14534"/>
                </a:lnTo>
                <a:lnTo>
                  <a:pt x="209589" y="1152"/>
                </a:lnTo>
                <a:lnTo>
                  <a:pt x="192958" y="4520"/>
                </a:lnTo>
                <a:lnTo>
                  <a:pt x="179491" y="91"/>
                </a:lnTo>
                <a:lnTo>
                  <a:pt x="176826" y="2848"/>
                </a:lnTo>
                <a:lnTo>
                  <a:pt x="170082" y="0"/>
                </a:lnTo>
                <a:lnTo>
                  <a:pt x="165288" y="3933"/>
                </a:lnTo>
                <a:lnTo>
                  <a:pt x="144639" y="3277"/>
                </a:lnTo>
                <a:lnTo>
                  <a:pt x="132087" y="26720"/>
                </a:lnTo>
                <a:lnTo>
                  <a:pt x="137199" y="39182"/>
                </a:lnTo>
                <a:lnTo>
                  <a:pt x="132843" y="55130"/>
                </a:lnTo>
                <a:lnTo>
                  <a:pt x="134375" y="62892"/>
                </a:lnTo>
                <a:lnTo>
                  <a:pt x="117944" y="73280"/>
                </a:lnTo>
                <a:lnTo>
                  <a:pt x="124289" y="79845"/>
                </a:lnTo>
                <a:lnTo>
                  <a:pt x="131769" y="98774"/>
                </a:lnTo>
                <a:lnTo>
                  <a:pt x="122400" y="127251"/>
                </a:lnTo>
                <a:lnTo>
                  <a:pt x="125463" y="145814"/>
                </a:lnTo>
                <a:lnTo>
                  <a:pt x="122499" y="153772"/>
                </a:lnTo>
                <a:lnTo>
                  <a:pt x="118680" y="154634"/>
                </a:lnTo>
                <a:lnTo>
                  <a:pt x="116352" y="150870"/>
                </a:lnTo>
                <a:lnTo>
                  <a:pt x="111936" y="158851"/>
                </a:lnTo>
                <a:lnTo>
                  <a:pt x="100995" y="158353"/>
                </a:lnTo>
                <a:lnTo>
                  <a:pt x="90651" y="168104"/>
                </a:lnTo>
                <a:lnTo>
                  <a:pt x="83330" y="165632"/>
                </a:lnTo>
                <a:lnTo>
                  <a:pt x="84643" y="162707"/>
                </a:lnTo>
                <a:lnTo>
                  <a:pt x="74040" y="157808"/>
                </a:lnTo>
                <a:lnTo>
                  <a:pt x="73642" y="150462"/>
                </a:lnTo>
                <a:lnTo>
                  <a:pt x="77840" y="145814"/>
                </a:lnTo>
                <a:lnTo>
                  <a:pt x="63258" y="128543"/>
                </a:lnTo>
                <a:lnTo>
                  <a:pt x="67356" y="105320"/>
                </a:lnTo>
                <a:lnTo>
                  <a:pt x="63836" y="100224"/>
                </a:lnTo>
                <a:lnTo>
                  <a:pt x="57211" y="102534"/>
                </a:lnTo>
                <a:lnTo>
                  <a:pt x="55580" y="115446"/>
                </a:lnTo>
                <a:lnTo>
                  <a:pt x="44241" y="114653"/>
                </a:lnTo>
                <a:lnTo>
                  <a:pt x="41894" y="118981"/>
                </a:lnTo>
                <a:lnTo>
                  <a:pt x="39407" y="161369"/>
                </a:lnTo>
                <a:lnTo>
                  <a:pt x="33837" y="174818"/>
                </a:lnTo>
                <a:lnTo>
                  <a:pt x="29043" y="178266"/>
                </a:lnTo>
                <a:lnTo>
                  <a:pt x="24468" y="191154"/>
                </a:lnTo>
                <a:lnTo>
                  <a:pt x="26616" y="197894"/>
                </a:lnTo>
                <a:lnTo>
                  <a:pt x="18440" y="216099"/>
                </a:lnTo>
                <a:lnTo>
                  <a:pt x="33201" y="219232"/>
                </a:lnTo>
                <a:lnTo>
                  <a:pt x="32167" y="222911"/>
                </a:lnTo>
                <a:lnTo>
                  <a:pt x="39745" y="222139"/>
                </a:lnTo>
                <a:lnTo>
                  <a:pt x="56356" y="230859"/>
                </a:lnTo>
                <a:lnTo>
                  <a:pt x="91944" y="229315"/>
                </a:lnTo>
                <a:lnTo>
                  <a:pt x="91426" y="240444"/>
                </a:lnTo>
                <a:lnTo>
                  <a:pt x="94888" y="245169"/>
                </a:lnTo>
                <a:lnTo>
                  <a:pt x="101731" y="247964"/>
                </a:lnTo>
                <a:lnTo>
                  <a:pt x="119774" y="244351"/>
                </a:lnTo>
                <a:lnTo>
                  <a:pt x="123891" y="252007"/>
                </a:lnTo>
                <a:lnTo>
                  <a:pt x="123474" y="264960"/>
                </a:lnTo>
                <a:lnTo>
                  <a:pt x="116292" y="266438"/>
                </a:lnTo>
                <a:lnTo>
                  <a:pt x="114402" y="277030"/>
                </a:lnTo>
                <a:lnTo>
                  <a:pt x="117267" y="280622"/>
                </a:lnTo>
                <a:lnTo>
                  <a:pt x="111359" y="293128"/>
                </a:lnTo>
                <a:lnTo>
                  <a:pt x="115178" y="302430"/>
                </a:lnTo>
                <a:lnTo>
                  <a:pt x="115278" y="311415"/>
                </a:lnTo>
                <a:lnTo>
                  <a:pt x="111797" y="315783"/>
                </a:lnTo>
                <a:lnTo>
                  <a:pt x="114204" y="316056"/>
                </a:lnTo>
                <a:lnTo>
                  <a:pt x="106445" y="323451"/>
                </a:lnTo>
                <a:lnTo>
                  <a:pt x="113607" y="332577"/>
                </a:lnTo>
                <a:lnTo>
                  <a:pt x="103601" y="335376"/>
                </a:lnTo>
                <a:lnTo>
                  <a:pt x="95206" y="348147"/>
                </a:lnTo>
                <a:lnTo>
                  <a:pt x="86414" y="374518"/>
                </a:lnTo>
                <a:lnTo>
                  <a:pt x="92043" y="374678"/>
                </a:lnTo>
                <a:lnTo>
                  <a:pt x="92600" y="380099"/>
                </a:lnTo>
                <a:lnTo>
                  <a:pt x="97374" y="381170"/>
                </a:lnTo>
                <a:lnTo>
                  <a:pt x="96260" y="384474"/>
                </a:lnTo>
                <a:lnTo>
                  <a:pt x="101950" y="391811"/>
                </a:lnTo>
                <a:lnTo>
                  <a:pt x="98389" y="393338"/>
                </a:lnTo>
                <a:lnTo>
                  <a:pt x="108992" y="410797"/>
                </a:lnTo>
                <a:lnTo>
                  <a:pt x="123633" y="414991"/>
                </a:lnTo>
                <a:lnTo>
                  <a:pt x="128506" y="403024"/>
                </a:lnTo>
                <a:lnTo>
                  <a:pt x="143386" y="393748"/>
                </a:lnTo>
                <a:lnTo>
                  <a:pt x="146589" y="399559"/>
                </a:lnTo>
                <a:lnTo>
                  <a:pt x="155103" y="394386"/>
                </a:lnTo>
                <a:lnTo>
                  <a:pt x="157669" y="403662"/>
                </a:lnTo>
                <a:lnTo>
                  <a:pt x="166103" y="402454"/>
                </a:lnTo>
                <a:lnTo>
                  <a:pt x="168709" y="405805"/>
                </a:lnTo>
                <a:lnTo>
                  <a:pt x="182674" y="401064"/>
                </a:lnTo>
                <a:lnTo>
                  <a:pt x="183609" y="408175"/>
                </a:lnTo>
                <a:lnTo>
                  <a:pt x="196420" y="409201"/>
                </a:lnTo>
                <a:lnTo>
                  <a:pt x="183629" y="417590"/>
                </a:lnTo>
                <a:lnTo>
                  <a:pt x="175035" y="418343"/>
                </a:lnTo>
                <a:lnTo>
                  <a:pt x="172051" y="426529"/>
                </a:lnTo>
                <a:lnTo>
                  <a:pt x="176070" y="431729"/>
                </a:lnTo>
                <a:lnTo>
                  <a:pt x="177562" y="449726"/>
                </a:lnTo>
                <a:lnTo>
                  <a:pt x="168789" y="450319"/>
                </a:lnTo>
                <a:lnTo>
                  <a:pt x="162801" y="459971"/>
                </a:lnTo>
                <a:lnTo>
                  <a:pt x="143605" y="466087"/>
                </a:lnTo>
                <a:lnTo>
                  <a:pt x="136503" y="464832"/>
                </a:lnTo>
                <a:lnTo>
                  <a:pt x="129322" y="471542"/>
                </a:lnTo>
                <a:lnTo>
                  <a:pt x="130217" y="500790"/>
                </a:lnTo>
                <a:lnTo>
                  <a:pt x="142272" y="518058"/>
                </a:lnTo>
                <a:lnTo>
                  <a:pt x="135648" y="533871"/>
                </a:lnTo>
                <a:lnTo>
                  <a:pt x="134076" y="561967"/>
                </a:lnTo>
                <a:lnTo>
                  <a:pt x="126895" y="572533"/>
                </a:lnTo>
                <a:lnTo>
                  <a:pt x="123712" y="586418"/>
                </a:lnTo>
                <a:lnTo>
                  <a:pt x="118938" y="591543"/>
                </a:lnTo>
                <a:lnTo>
                  <a:pt x="114164" y="590674"/>
                </a:lnTo>
                <a:lnTo>
                  <a:pt x="111120" y="602756"/>
                </a:lnTo>
                <a:lnTo>
                  <a:pt x="103561" y="610034"/>
                </a:lnTo>
                <a:lnTo>
                  <a:pt x="94052" y="616032"/>
                </a:lnTo>
                <a:lnTo>
                  <a:pt x="83609" y="614773"/>
                </a:lnTo>
                <a:lnTo>
                  <a:pt x="67834" y="640578"/>
                </a:lnTo>
                <a:lnTo>
                  <a:pt x="55063" y="648160"/>
                </a:lnTo>
                <a:lnTo>
                  <a:pt x="60334" y="666902"/>
                </a:lnTo>
                <a:lnTo>
                  <a:pt x="58504" y="676000"/>
                </a:lnTo>
                <a:lnTo>
                  <a:pt x="41297" y="688126"/>
                </a:lnTo>
                <a:lnTo>
                  <a:pt x="18480" y="697022"/>
                </a:lnTo>
                <a:lnTo>
                  <a:pt x="9349" y="720278"/>
                </a:lnTo>
                <a:lnTo>
                  <a:pt x="11657" y="723260"/>
                </a:lnTo>
                <a:lnTo>
                  <a:pt x="3461" y="733012"/>
                </a:lnTo>
                <a:lnTo>
                  <a:pt x="5391" y="734962"/>
                </a:lnTo>
                <a:lnTo>
                  <a:pt x="0" y="748044"/>
                </a:lnTo>
                <a:lnTo>
                  <a:pt x="3223" y="764274"/>
                </a:lnTo>
                <a:lnTo>
                  <a:pt x="8574" y="769900"/>
                </a:lnTo>
                <a:lnTo>
                  <a:pt x="6127" y="774929"/>
                </a:lnTo>
                <a:lnTo>
                  <a:pt x="14621" y="781681"/>
                </a:lnTo>
                <a:lnTo>
                  <a:pt x="12851" y="788434"/>
                </a:lnTo>
                <a:lnTo>
                  <a:pt x="15636" y="793419"/>
                </a:lnTo>
                <a:lnTo>
                  <a:pt x="9907" y="799830"/>
                </a:lnTo>
                <a:lnTo>
                  <a:pt x="16471" y="794775"/>
                </a:lnTo>
                <a:lnTo>
                  <a:pt x="18739" y="797072"/>
                </a:lnTo>
                <a:lnTo>
                  <a:pt x="52914" y="789101"/>
                </a:lnTo>
                <a:lnTo>
                  <a:pt x="56734" y="760922"/>
                </a:lnTo>
                <a:lnTo>
                  <a:pt x="54526" y="750477"/>
                </a:lnTo>
                <a:lnTo>
                  <a:pt x="68411" y="747539"/>
                </a:lnTo>
                <a:lnTo>
                  <a:pt x="90492" y="734320"/>
                </a:lnTo>
                <a:lnTo>
                  <a:pt x="98230" y="721311"/>
                </a:lnTo>
                <a:lnTo>
                  <a:pt x="113388" y="710185"/>
                </a:lnTo>
                <a:lnTo>
                  <a:pt x="117406" y="703007"/>
                </a:lnTo>
                <a:lnTo>
                  <a:pt x="134514" y="721930"/>
                </a:lnTo>
                <a:lnTo>
                  <a:pt x="148538" y="722687"/>
                </a:lnTo>
                <a:lnTo>
                  <a:pt x="153909" y="712273"/>
                </a:lnTo>
                <a:lnTo>
                  <a:pt x="162861" y="713878"/>
                </a:lnTo>
                <a:lnTo>
                  <a:pt x="163975" y="720852"/>
                </a:lnTo>
                <a:lnTo>
                  <a:pt x="176289" y="724591"/>
                </a:lnTo>
                <a:lnTo>
                  <a:pt x="169783" y="738037"/>
                </a:lnTo>
                <a:lnTo>
                  <a:pt x="171455" y="750362"/>
                </a:lnTo>
                <a:lnTo>
                  <a:pt x="187786" y="756927"/>
                </a:lnTo>
                <a:lnTo>
                  <a:pt x="187428" y="763884"/>
                </a:lnTo>
                <a:lnTo>
                  <a:pt x="176905" y="771324"/>
                </a:lnTo>
                <a:lnTo>
                  <a:pt x="174359" y="781405"/>
                </a:lnTo>
                <a:lnTo>
                  <a:pt x="177562" y="787607"/>
                </a:lnTo>
                <a:lnTo>
                  <a:pt x="188483" y="793994"/>
                </a:lnTo>
                <a:lnTo>
                  <a:pt x="180068" y="808676"/>
                </a:lnTo>
                <a:lnTo>
                  <a:pt x="184942" y="817226"/>
                </a:lnTo>
                <a:lnTo>
                  <a:pt x="180923" y="823432"/>
                </a:lnTo>
                <a:lnTo>
                  <a:pt x="191825" y="847804"/>
                </a:lnTo>
                <a:lnTo>
                  <a:pt x="185220" y="867242"/>
                </a:lnTo>
                <a:lnTo>
                  <a:pt x="186275" y="873891"/>
                </a:lnTo>
                <a:lnTo>
                  <a:pt x="174259" y="893546"/>
                </a:lnTo>
                <a:lnTo>
                  <a:pt x="179949" y="894904"/>
                </a:lnTo>
                <a:lnTo>
                  <a:pt x="181779" y="901764"/>
                </a:lnTo>
                <a:lnTo>
                  <a:pt x="188980" y="898127"/>
                </a:lnTo>
                <a:lnTo>
                  <a:pt x="200816" y="902133"/>
                </a:lnTo>
                <a:lnTo>
                  <a:pt x="210186" y="913737"/>
                </a:lnTo>
                <a:lnTo>
                  <a:pt x="217446" y="908810"/>
                </a:lnTo>
                <a:lnTo>
                  <a:pt x="221166" y="912770"/>
                </a:lnTo>
                <a:lnTo>
                  <a:pt x="225025" y="910398"/>
                </a:lnTo>
                <a:lnTo>
                  <a:pt x="231729" y="891566"/>
                </a:lnTo>
                <a:lnTo>
                  <a:pt x="250826" y="894029"/>
                </a:lnTo>
                <a:lnTo>
                  <a:pt x="251065" y="875456"/>
                </a:lnTo>
                <a:lnTo>
                  <a:pt x="259838" y="862847"/>
                </a:lnTo>
                <a:lnTo>
                  <a:pt x="268252" y="855578"/>
                </a:lnTo>
                <a:lnTo>
                  <a:pt x="273484" y="855739"/>
                </a:lnTo>
                <a:lnTo>
                  <a:pt x="275095" y="851369"/>
                </a:lnTo>
                <a:lnTo>
                  <a:pt x="284126" y="854888"/>
                </a:lnTo>
                <a:lnTo>
                  <a:pt x="302388" y="852634"/>
                </a:lnTo>
                <a:lnTo>
                  <a:pt x="313528" y="858960"/>
                </a:lnTo>
                <a:lnTo>
                  <a:pt x="321226" y="856246"/>
                </a:lnTo>
                <a:lnTo>
                  <a:pt x="333380" y="858339"/>
                </a:lnTo>
                <a:lnTo>
                  <a:pt x="335748" y="864550"/>
                </a:lnTo>
                <a:lnTo>
                  <a:pt x="346112" y="861766"/>
                </a:lnTo>
                <a:lnTo>
                  <a:pt x="358664" y="864412"/>
                </a:lnTo>
                <a:lnTo>
                  <a:pt x="367874" y="859052"/>
                </a:lnTo>
                <a:lnTo>
                  <a:pt x="389896" y="871314"/>
                </a:lnTo>
                <a:lnTo>
                  <a:pt x="393416" y="858615"/>
                </a:lnTo>
                <a:lnTo>
                  <a:pt x="402666" y="847000"/>
                </a:lnTo>
                <a:lnTo>
                  <a:pt x="411598" y="844815"/>
                </a:lnTo>
                <a:lnTo>
                  <a:pt x="416492" y="836007"/>
                </a:lnTo>
                <a:lnTo>
                  <a:pt x="426239" y="829961"/>
                </a:lnTo>
                <a:lnTo>
                  <a:pt x="432565" y="828581"/>
                </a:lnTo>
                <a:lnTo>
                  <a:pt x="435489" y="831662"/>
                </a:lnTo>
                <a:lnTo>
                  <a:pt x="443327" y="821110"/>
                </a:lnTo>
                <a:lnTo>
                  <a:pt x="441238" y="813020"/>
                </a:lnTo>
                <a:lnTo>
                  <a:pt x="444839" y="794591"/>
                </a:lnTo>
                <a:lnTo>
                  <a:pt x="432804" y="790318"/>
                </a:lnTo>
                <a:lnTo>
                  <a:pt x="424767" y="779752"/>
                </a:lnTo>
                <a:lnTo>
                  <a:pt x="425503" y="769188"/>
                </a:lnTo>
                <a:lnTo>
                  <a:pt x="437757" y="753851"/>
                </a:lnTo>
                <a:lnTo>
                  <a:pt x="436464" y="741985"/>
                </a:lnTo>
                <a:lnTo>
                  <a:pt x="445535" y="720920"/>
                </a:lnTo>
                <a:lnTo>
                  <a:pt x="444461" y="711860"/>
                </a:lnTo>
                <a:lnTo>
                  <a:pt x="451364" y="694386"/>
                </a:lnTo>
                <a:lnTo>
                  <a:pt x="449176" y="690144"/>
                </a:lnTo>
                <a:lnTo>
                  <a:pt x="470779" y="689158"/>
                </a:lnTo>
                <a:lnTo>
                  <a:pt x="474240" y="699636"/>
                </a:lnTo>
                <a:lnTo>
                  <a:pt x="483669" y="697435"/>
                </a:lnTo>
                <a:lnTo>
                  <a:pt x="491149" y="700531"/>
                </a:lnTo>
                <a:lnTo>
                  <a:pt x="496023" y="693147"/>
                </a:lnTo>
                <a:lnTo>
                  <a:pt x="513568" y="686384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01D62-D598-4201-AB0B-F1BAA17A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86" y="1932263"/>
            <a:ext cx="844701" cy="1298072"/>
          </a:xfrm>
          <a:custGeom xmlns:a="http://schemas.openxmlformats.org/drawingml/2006/main">
            <a:pathLst>
              <a:path w="844701" h="1298072">
                <a:moveTo>
                  <a:pt x="227711" y="538258"/>
                </a:moveTo>
                <a:lnTo>
                  <a:pt x="231908" y="545547"/>
                </a:lnTo>
                <a:lnTo>
                  <a:pt x="246629" y="555081"/>
                </a:lnTo>
                <a:lnTo>
                  <a:pt x="241437" y="559523"/>
                </a:lnTo>
                <a:lnTo>
                  <a:pt x="246490" y="576175"/>
                </a:lnTo>
                <a:lnTo>
                  <a:pt x="239647" y="593708"/>
                </a:lnTo>
                <a:lnTo>
                  <a:pt x="242531" y="604285"/>
                </a:lnTo>
                <a:lnTo>
                  <a:pt x="237737" y="603365"/>
                </a:lnTo>
                <a:lnTo>
                  <a:pt x="233241" y="609092"/>
                </a:lnTo>
                <a:lnTo>
                  <a:pt x="222817" y="608238"/>
                </a:lnTo>
                <a:lnTo>
                  <a:pt x="189139" y="634571"/>
                </a:lnTo>
                <a:lnTo>
                  <a:pt x="185738" y="638886"/>
                </a:lnTo>
                <a:lnTo>
                  <a:pt x="187170" y="655769"/>
                </a:lnTo>
                <a:lnTo>
                  <a:pt x="184603" y="660064"/>
                </a:lnTo>
                <a:lnTo>
                  <a:pt x="164850" y="662426"/>
                </a:lnTo>
                <a:lnTo>
                  <a:pt x="164015" y="657726"/>
                </a:lnTo>
                <a:lnTo>
                  <a:pt x="149055" y="649362"/>
                </a:lnTo>
                <a:lnTo>
                  <a:pt x="132366" y="663100"/>
                </a:lnTo>
                <a:lnTo>
                  <a:pt x="133539" y="652532"/>
                </a:lnTo>
                <a:lnTo>
                  <a:pt x="126617" y="650576"/>
                </a:lnTo>
                <a:lnTo>
                  <a:pt x="120390" y="662313"/>
                </a:lnTo>
                <a:lnTo>
                  <a:pt x="117208" y="659660"/>
                </a:lnTo>
                <a:lnTo>
                  <a:pt x="116273" y="664247"/>
                </a:lnTo>
                <a:lnTo>
                  <a:pt x="120848" y="663662"/>
                </a:lnTo>
                <a:lnTo>
                  <a:pt x="125980" y="657433"/>
                </a:lnTo>
                <a:lnTo>
                  <a:pt x="127273" y="662403"/>
                </a:lnTo>
                <a:lnTo>
                  <a:pt x="117705" y="669825"/>
                </a:lnTo>
                <a:lnTo>
                  <a:pt x="120928" y="674818"/>
                </a:lnTo>
                <a:lnTo>
                  <a:pt x="117048" y="689353"/>
                </a:lnTo>
                <a:lnTo>
                  <a:pt x="112314" y="690410"/>
                </a:lnTo>
                <a:lnTo>
                  <a:pt x="113289" y="695608"/>
                </a:lnTo>
                <a:lnTo>
                  <a:pt x="102606" y="697746"/>
                </a:lnTo>
                <a:lnTo>
                  <a:pt x="101810" y="701167"/>
                </a:lnTo>
                <a:lnTo>
                  <a:pt x="94510" y="695789"/>
                </a:lnTo>
                <a:lnTo>
                  <a:pt x="91705" y="698084"/>
                </a:lnTo>
                <a:lnTo>
                  <a:pt x="95166" y="712918"/>
                </a:lnTo>
                <a:lnTo>
                  <a:pt x="90611" y="720393"/>
                </a:lnTo>
                <a:lnTo>
                  <a:pt x="84245" y="718096"/>
                </a:lnTo>
                <a:lnTo>
                  <a:pt x="79412" y="722893"/>
                </a:lnTo>
                <a:lnTo>
                  <a:pt x="70897" y="722870"/>
                </a:lnTo>
                <a:lnTo>
                  <a:pt x="62264" y="737217"/>
                </a:lnTo>
                <a:lnTo>
                  <a:pt x="44381" y="745777"/>
                </a:lnTo>
                <a:lnTo>
                  <a:pt x="42352" y="749990"/>
                </a:lnTo>
                <a:lnTo>
                  <a:pt x="48558" y="751928"/>
                </a:lnTo>
                <a:lnTo>
                  <a:pt x="46171" y="754429"/>
                </a:lnTo>
                <a:lnTo>
                  <a:pt x="50030" y="759928"/>
                </a:lnTo>
                <a:lnTo>
                  <a:pt x="48936" y="767771"/>
                </a:lnTo>
                <a:lnTo>
                  <a:pt x="33659" y="789235"/>
                </a:lnTo>
                <a:lnTo>
                  <a:pt x="24627" y="786619"/>
                </a:lnTo>
                <a:lnTo>
                  <a:pt x="23394" y="793498"/>
                </a:lnTo>
                <a:lnTo>
                  <a:pt x="11697" y="797197"/>
                </a:lnTo>
                <a:lnTo>
                  <a:pt x="5550" y="793294"/>
                </a:lnTo>
                <a:lnTo>
                  <a:pt x="0" y="799565"/>
                </a:lnTo>
                <a:lnTo>
                  <a:pt x="14263" y="809987"/>
                </a:lnTo>
                <a:lnTo>
                  <a:pt x="17724" y="807844"/>
                </a:lnTo>
                <a:lnTo>
                  <a:pt x="22737" y="820570"/>
                </a:lnTo>
                <a:lnTo>
                  <a:pt x="27750" y="820953"/>
                </a:lnTo>
                <a:lnTo>
                  <a:pt x="31072" y="827340"/>
                </a:lnTo>
                <a:lnTo>
                  <a:pt x="29342" y="833728"/>
                </a:lnTo>
                <a:lnTo>
                  <a:pt x="45912" y="825851"/>
                </a:lnTo>
                <a:lnTo>
                  <a:pt x="46827" y="821472"/>
                </a:lnTo>
                <a:lnTo>
                  <a:pt x="46966" y="829665"/>
                </a:lnTo>
                <a:lnTo>
                  <a:pt x="58086" y="825986"/>
                </a:lnTo>
                <a:lnTo>
                  <a:pt x="57728" y="818539"/>
                </a:lnTo>
                <a:lnTo>
                  <a:pt x="53889" y="815357"/>
                </a:lnTo>
                <a:lnTo>
                  <a:pt x="78317" y="800805"/>
                </a:lnTo>
                <a:lnTo>
                  <a:pt x="87388" y="791152"/>
                </a:lnTo>
                <a:lnTo>
                  <a:pt x="95107" y="793408"/>
                </a:lnTo>
                <a:lnTo>
                  <a:pt x="104794" y="785965"/>
                </a:lnTo>
                <a:lnTo>
                  <a:pt x="124269" y="785447"/>
                </a:lnTo>
                <a:lnTo>
                  <a:pt x="115258" y="795776"/>
                </a:lnTo>
                <a:lnTo>
                  <a:pt x="112334" y="805430"/>
                </a:lnTo>
                <a:lnTo>
                  <a:pt x="123036" y="807032"/>
                </a:lnTo>
                <a:lnTo>
                  <a:pt x="126855" y="803535"/>
                </a:lnTo>
                <a:lnTo>
                  <a:pt x="135031" y="806716"/>
                </a:lnTo>
                <a:lnTo>
                  <a:pt x="139288" y="797941"/>
                </a:lnTo>
                <a:lnTo>
                  <a:pt x="143008" y="799971"/>
                </a:lnTo>
                <a:lnTo>
                  <a:pt x="146807" y="796294"/>
                </a:lnTo>
                <a:lnTo>
                  <a:pt x="165785" y="770837"/>
                </a:lnTo>
                <a:lnTo>
                  <a:pt x="171654" y="779652"/>
                </a:lnTo>
                <a:lnTo>
                  <a:pt x="177582" y="781613"/>
                </a:lnTo>
                <a:lnTo>
                  <a:pt x="206008" y="771063"/>
                </a:lnTo>
                <a:lnTo>
                  <a:pt x="218540" y="774760"/>
                </a:lnTo>
                <a:lnTo>
                  <a:pt x="221326" y="768312"/>
                </a:lnTo>
                <a:lnTo>
                  <a:pt x="221107" y="771265"/>
                </a:lnTo>
                <a:lnTo>
                  <a:pt x="226338" y="770544"/>
                </a:lnTo>
                <a:lnTo>
                  <a:pt x="235887" y="785266"/>
                </a:lnTo>
                <a:lnTo>
                  <a:pt x="247444" y="778412"/>
                </a:lnTo>
                <a:lnTo>
                  <a:pt x="242730" y="795324"/>
                </a:lnTo>
                <a:lnTo>
                  <a:pt x="243585" y="800377"/>
                </a:lnTo>
                <a:lnTo>
                  <a:pt x="250985" y="800445"/>
                </a:lnTo>
                <a:lnTo>
                  <a:pt x="250707" y="804279"/>
                </a:lnTo>
                <a:lnTo>
                  <a:pt x="240860" y="805227"/>
                </a:lnTo>
                <a:lnTo>
                  <a:pt x="252676" y="811567"/>
                </a:lnTo>
                <a:lnTo>
                  <a:pt x="255978" y="808092"/>
                </a:lnTo>
                <a:lnTo>
                  <a:pt x="253014" y="806445"/>
                </a:lnTo>
                <a:lnTo>
                  <a:pt x="253671" y="801482"/>
                </a:lnTo>
                <a:lnTo>
                  <a:pt x="264114" y="803941"/>
                </a:lnTo>
                <a:lnTo>
                  <a:pt x="261190" y="805836"/>
                </a:lnTo>
                <a:lnTo>
                  <a:pt x="263896" y="815966"/>
                </a:lnTo>
                <a:lnTo>
                  <a:pt x="272410" y="828401"/>
                </a:lnTo>
                <a:lnTo>
                  <a:pt x="272788" y="835127"/>
                </a:lnTo>
                <a:lnTo>
                  <a:pt x="269048" y="836459"/>
                </a:lnTo>
                <a:lnTo>
                  <a:pt x="267416" y="843006"/>
                </a:lnTo>
                <a:lnTo>
                  <a:pt x="274359" y="839981"/>
                </a:lnTo>
                <a:lnTo>
                  <a:pt x="277383" y="855403"/>
                </a:lnTo>
                <a:lnTo>
                  <a:pt x="269605" y="858813"/>
                </a:lnTo>
                <a:lnTo>
                  <a:pt x="268371" y="863353"/>
                </a:lnTo>
                <a:lnTo>
                  <a:pt x="262503" y="862021"/>
                </a:lnTo>
                <a:lnTo>
                  <a:pt x="234256" y="877631"/>
                </a:lnTo>
                <a:lnTo>
                  <a:pt x="237319" y="886195"/>
                </a:lnTo>
                <a:lnTo>
                  <a:pt x="234335" y="889992"/>
                </a:lnTo>
                <a:lnTo>
                  <a:pt x="241914" y="889314"/>
                </a:lnTo>
                <a:lnTo>
                  <a:pt x="248002" y="876953"/>
                </a:lnTo>
                <a:lnTo>
                  <a:pt x="252577" y="876546"/>
                </a:lnTo>
                <a:lnTo>
                  <a:pt x="254049" y="881314"/>
                </a:lnTo>
                <a:lnTo>
                  <a:pt x="262404" y="885155"/>
                </a:lnTo>
                <a:lnTo>
                  <a:pt x="262145" y="899078"/>
                </a:lnTo>
                <a:lnTo>
                  <a:pt x="256456" y="909319"/>
                </a:lnTo>
                <a:lnTo>
                  <a:pt x="263756" y="923792"/>
                </a:lnTo>
                <a:lnTo>
                  <a:pt x="265467" y="936301"/>
                </a:lnTo>
                <a:lnTo>
                  <a:pt x="276985" y="942070"/>
                </a:lnTo>
                <a:lnTo>
                  <a:pt x="278497" y="934152"/>
                </a:lnTo>
                <a:lnTo>
                  <a:pt x="282992" y="936911"/>
                </a:lnTo>
                <a:lnTo>
                  <a:pt x="286593" y="933722"/>
                </a:lnTo>
                <a:lnTo>
                  <a:pt x="285419" y="927614"/>
                </a:lnTo>
                <a:lnTo>
                  <a:pt x="292441" y="931663"/>
                </a:lnTo>
                <a:lnTo>
                  <a:pt x="285798" y="942885"/>
                </a:lnTo>
                <a:lnTo>
                  <a:pt x="274578" y="949198"/>
                </a:lnTo>
                <a:lnTo>
                  <a:pt x="274120" y="943745"/>
                </a:lnTo>
                <a:lnTo>
                  <a:pt x="267755" y="938541"/>
                </a:lnTo>
                <a:lnTo>
                  <a:pt x="265427" y="936369"/>
                </a:lnTo>
                <a:lnTo>
                  <a:pt x="259062" y="938247"/>
                </a:lnTo>
                <a:lnTo>
                  <a:pt x="256535" y="931890"/>
                </a:lnTo>
                <a:lnTo>
                  <a:pt x="240641" y="931460"/>
                </a:lnTo>
                <a:lnTo>
                  <a:pt x="227472" y="940238"/>
                </a:lnTo>
                <a:lnTo>
                  <a:pt x="226100" y="947410"/>
                </a:lnTo>
                <a:lnTo>
                  <a:pt x="214204" y="945283"/>
                </a:lnTo>
                <a:lnTo>
                  <a:pt x="215915" y="951551"/>
                </a:lnTo>
                <a:lnTo>
                  <a:pt x="208276" y="958092"/>
                </a:lnTo>
                <a:lnTo>
                  <a:pt x="178735" y="957096"/>
                </a:lnTo>
                <a:lnTo>
                  <a:pt x="186175" y="971629"/>
                </a:lnTo>
                <a:lnTo>
                  <a:pt x="197037" y="978535"/>
                </a:lnTo>
                <a:lnTo>
                  <a:pt x="204695" y="973304"/>
                </a:lnTo>
                <a:lnTo>
                  <a:pt x="217844" y="997265"/>
                </a:lnTo>
                <a:lnTo>
                  <a:pt x="215735" y="1009340"/>
                </a:lnTo>
                <a:lnTo>
                  <a:pt x="220669" y="1009363"/>
                </a:lnTo>
                <a:lnTo>
                  <a:pt x="224190" y="1023232"/>
                </a:lnTo>
                <a:lnTo>
                  <a:pt x="214363" y="1030848"/>
                </a:lnTo>
                <a:lnTo>
                  <a:pt x="215755" y="1041073"/>
                </a:lnTo>
                <a:lnTo>
                  <a:pt x="207938" y="1048284"/>
                </a:lnTo>
                <a:lnTo>
                  <a:pt x="207361" y="1052252"/>
                </a:lnTo>
                <a:lnTo>
                  <a:pt x="214104" y="1054089"/>
                </a:lnTo>
                <a:lnTo>
                  <a:pt x="211399" y="1059125"/>
                </a:lnTo>
                <a:lnTo>
                  <a:pt x="194391" y="1067926"/>
                </a:lnTo>
                <a:lnTo>
                  <a:pt x="181958" y="1101764"/>
                </a:lnTo>
                <a:lnTo>
                  <a:pt x="174259" y="1108962"/>
                </a:lnTo>
                <a:lnTo>
                  <a:pt x="179511" y="1122043"/>
                </a:lnTo>
                <a:lnTo>
                  <a:pt x="194013" y="1124473"/>
                </a:lnTo>
                <a:lnTo>
                  <a:pt x="199125" y="1135036"/>
                </a:lnTo>
                <a:lnTo>
                  <a:pt x="236523" y="1124473"/>
                </a:lnTo>
                <a:lnTo>
                  <a:pt x="237180" y="1119067"/>
                </a:lnTo>
                <a:lnTo>
                  <a:pt x="245216" y="1114571"/>
                </a:lnTo>
                <a:lnTo>
                  <a:pt x="248976" y="1120634"/>
                </a:lnTo>
                <a:lnTo>
                  <a:pt x="242412" y="1126812"/>
                </a:lnTo>
                <a:lnTo>
                  <a:pt x="235429" y="1145374"/>
                </a:lnTo>
                <a:lnTo>
                  <a:pt x="240064" y="1157329"/>
                </a:lnTo>
                <a:lnTo>
                  <a:pt x="245853" y="1159965"/>
                </a:lnTo>
                <a:lnTo>
                  <a:pt x="246629" y="1162784"/>
                </a:lnTo>
                <a:lnTo>
                  <a:pt x="242591" y="1163693"/>
                </a:lnTo>
                <a:lnTo>
                  <a:pt x="248718" y="1182542"/>
                </a:lnTo>
                <a:lnTo>
                  <a:pt x="254904" y="1184203"/>
                </a:lnTo>
                <a:lnTo>
                  <a:pt x="255620" y="1180677"/>
                </a:lnTo>
                <a:lnTo>
                  <a:pt x="262503" y="1190662"/>
                </a:lnTo>
                <a:lnTo>
                  <a:pt x="258863" y="1203537"/>
                </a:lnTo>
                <a:lnTo>
                  <a:pt x="248638" y="1202445"/>
                </a:lnTo>
                <a:lnTo>
                  <a:pt x="245216" y="1205676"/>
                </a:lnTo>
                <a:lnTo>
                  <a:pt x="239348" y="1201444"/>
                </a:lnTo>
                <a:lnTo>
                  <a:pt x="240939" y="1221446"/>
                </a:lnTo>
                <a:lnTo>
                  <a:pt x="249792" y="1223631"/>
                </a:lnTo>
                <a:lnTo>
                  <a:pt x="251065" y="1231052"/>
                </a:lnTo>
                <a:lnTo>
                  <a:pt x="262165" y="1243961"/>
                </a:lnTo>
                <a:lnTo>
                  <a:pt x="272032" y="1243164"/>
                </a:lnTo>
                <a:lnTo>
                  <a:pt x="279114" y="1234399"/>
                </a:lnTo>
                <a:lnTo>
                  <a:pt x="289478" y="1235104"/>
                </a:lnTo>
                <a:lnTo>
                  <a:pt x="306466" y="1223813"/>
                </a:lnTo>
                <a:lnTo>
                  <a:pt x="310484" y="1225999"/>
                </a:lnTo>
                <a:lnTo>
                  <a:pt x="311658" y="1236311"/>
                </a:lnTo>
                <a:lnTo>
                  <a:pt x="321186" y="1236994"/>
                </a:lnTo>
                <a:lnTo>
                  <a:pt x="326517" y="1240090"/>
                </a:lnTo>
                <a:lnTo>
                  <a:pt x="326160" y="1243893"/>
                </a:lnTo>
                <a:lnTo>
                  <a:pt x="333102" y="1237631"/>
                </a:lnTo>
                <a:lnTo>
                  <a:pt x="340900" y="1246648"/>
                </a:lnTo>
                <a:lnTo>
                  <a:pt x="333739" y="1261999"/>
                </a:lnTo>
                <a:lnTo>
                  <a:pt x="327731" y="1259903"/>
                </a:lnTo>
                <a:lnTo>
                  <a:pt x="323772" y="1270246"/>
                </a:lnTo>
                <a:lnTo>
                  <a:pt x="322579" y="1274689"/>
                </a:lnTo>
                <a:lnTo>
                  <a:pt x="327393" y="1280066"/>
                </a:lnTo>
                <a:lnTo>
                  <a:pt x="327393" y="1284943"/>
                </a:lnTo>
                <a:lnTo>
                  <a:pt x="323036" y="1286128"/>
                </a:lnTo>
                <a:lnTo>
                  <a:pt x="324727" y="1292191"/>
                </a:lnTo>
                <a:lnTo>
                  <a:pt x="354964" y="1288088"/>
                </a:lnTo>
                <a:lnTo>
                  <a:pt x="353651" y="1293878"/>
                </a:lnTo>
                <a:lnTo>
                  <a:pt x="359022" y="1298072"/>
                </a:lnTo>
                <a:lnTo>
                  <a:pt x="371276" y="1292396"/>
                </a:lnTo>
                <a:lnTo>
                  <a:pt x="375911" y="1279451"/>
                </a:lnTo>
                <a:lnTo>
                  <a:pt x="368829" y="1253981"/>
                </a:lnTo>
                <a:lnTo>
                  <a:pt x="360892" y="1249017"/>
                </a:lnTo>
                <a:lnTo>
                  <a:pt x="360096" y="1244326"/>
                </a:lnTo>
                <a:lnTo>
                  <a:pt x="367178" y="1229094"/>
                </a:lnTo>
                <a:lnTo>
                  <a:pt x="371773" y="1226408"/>
                </a:lnTo>
                <a:lnTo>
                  <a:pt x="386932" y="1232418"/>
                </a:lnTo>
                <a:lnTo>
                  <a:pt x="392243" y="1229527"/>
                </a:lnTo>
                <a:lnTo>
                  <a:pt x="398529" y="1207155"/>
                </a:lnTo>
                <a:lnTo>
                  <a:pt x="402468" y="1204197"/>
                </a:lnTo>
                <a:lnTo>
                  <a:pt x="405452" y="1183861"/>
                </a:lnTo>
                <a:lnTo>
                  <a:pt x="426916" y="1163125"/>
                </a:lnTo>
                <a:lnTo>
                  <a:pt x="436564" y="1145465"/>
                </a:lnTo>
                <a:lnTo>
                  <a:pt x="437498" y="1137240"/>
                </a:lnTo>
                <a:lnTo>
                  <a:pt x="433480" y="1128880"/>
                </a:lnTo>
                <a:lnTo>
                  <a:pt x="442571" y="1118681"/>
                </a:lnTo>
                <a:lnTo>
                  <a:pt x="445635" y="1100856"/>
                </a:lnTo>
                <a:lnTo>
                  <a:pt x="443645" y="1090641"/>
                </a:lnTo>
                <a:lnTo>
                  <a:pt x="431431" y="1084286"/>
                </a:lnTo>
                <a:lnTo>
                  <a:pt x="434574" y="1066089"/>
                </a:lnTo>
                <a:lnTo>
                  <a:pt x="427134" y="1067904"/>
                </a:lnTo>
                <a:lnTo>
                  <a:pt x="421226" y="1064229"/>
                </a:lnTo>
                <a:lnTo>
                  <a:pt x="422838" y="1060168"/>
                </a:lnTo>
                <a:lnTo>
                  <a:pt x="415517" y="1056040"/>
                </a:lnTo>
                <a:lnTo>
                  <a:pt x="414682" y="1048261"/>
                </a:lnTo>
                <a:lnTo>
                  <a:pt x="399702" y="1055065"/>
                </a:lnTo>
                <a:lnTo>
                  <a:pt x="393894" y="1051459"/>
                </a:lnTo>
                <a:lnTo>
                  <a:pt x="386932" y="1052683"/>
                </a:lnTo>
                <a:lnTo>
                  <a:pt x="389140" y="1043817"/>
                </a:lnTo>
                <a:lnTo>
                  <a:pt x="395326" y="1039645"/>
                </a:lnTo>
                <a:lnTo>
                  <a:pt x="395445" y="1031301"/>
                </a:lnTo>
                <a:lnTo>
                  <a:pt x="400120" y="1027992"/>
                </a:lnTo>
                <a:lnTo>
                  <a:pt x="389259" y="1022099"/>
                </a:lnTo>
                <a:lnTo>
                  <a:pt x="392680" y="1009340"/>
                </a:lnTo>
                <a:lnTo>
                  <a:pt x="376229" y="995090"/>
                </a:lnTo>
                <a:lnTo>
                  <a:pt x="377622" y="988657"/>
                </a:lnTo>
                <a:lnTo>
                  <a:pt x="385181" y="988544"/>
                </a:lnTo>
                <a:lnTo>
                  <a:pt x="387648" y="979689"/>
                </a:lnTo>
                <a:lnTo>
                  <a:pt x="402448" y="974708"/>
                </a:lnTo>
                <a:lnTo>
                  <a:pt x="403224" y="969614"/>
                </a:lnTo>
                <a:lnTo>
                  <a:pt x="415219" y="967282"/>
                </a:lnTo>
                <a:lnTo>
                  <a:pt x="421028" y="961080"/>
                </a:lnTo>
                <a:lnTo>
                  <a:pt x="434694" y="962528"/>
                </a:lnTo>
                <a:lnTo>
                  <a:pt x="441915" y="967531"/>
                </a:lnTo>
                <a:lnTo>
                  <a:pt x="439925" y="970203"/>
                </a:lnTo>
                <a:lnTo>
                  <a:pt x="446589" y="971719"/>
                </a:lnTo>
                <a:lnTo>
                  <a:pt x="455263" y="957300"/>
                </a:lnTo>
                <a:lnTo>
                  <a:pt x="465408" y="956463"/>
                </a:lnTo>
                <a:lnTo>
                  <a:pt x="463677" y="948994"/>
                </a:lnTo>
                <a:lnTo>
                  <a:pt x="456456" y="946415"/>
                </a:lnTo>
                <a:lnTo>
                  <a:pt x="459758" y="940057"/>
                </a:lnTo>
                <a:lnTo>
                  <a:pt x="457113" y="937047"/>
                </a:lnTo>
                <a:lnTo>
                  <a:pt x="464015" y="932093"/>
                </a:lnTo>
                <a:lnTo>
                  <a:pt x="464135" y="921870"/>
                </a:lnTo>
                <a:lnTo>
                  <a:pt x="460077" y="906267"/>
                </a:lnTo>
                <a:lnTo>
                  <a:pt x="454507" y="901226"/>
                </a:lnTo>
                <a:lnTo>
                  <a:pt x="456894" y="890692"/>
                </a:lnTo>
                <a:lnTo>
                  <a:pt x="462305" y="881969"/>
                </a:lnTo>
                <a:lnTo>
                  <a:pt x="473106" y="878241"/>
                </a:lnTo>
                <a:lnTo>
                  <a:pt x="474618" y="872005"/>
                </a:lnTo>
                <a:lnTo>
                  <a:pt x="465428" y="861501"/>
                </a:lnTo>
                <a:lnTo>
                  <a:pt x="466800" y="857549"/>
                </a:lnTo>
                <a:lnTo>
                  <a:pt x="477304" y="853348"/>
                </a:lnTo>
                <a:lnTo>
                  <a:pt x="484843" y="839891"/>
                </a:lnTo>
                <a:lnTo>
                  <a:pt x="492382" y="839033"/>
                </a:lnTo>
                <a:lnTo>
                  <a:pt x="495585" y="818223"/>
                </a:lnTo>
                <a:lnTo>
                  <a:pt x="512434" y="808318"/>
                </a:lnTo>
                <a:lnTo>
                  <a:pt x="514961" y="800377"/>
                </a:lnTo>
                <a:lnTo>
                  <a:pt x="509808" y="791851"/>
                </a:lnTo>
                <a:lnTo>
                  <a:pt x="512096" y="785266"/>
                </a:lnTo>
                <a:lnTo>
                  <a:pt x="529920" y="771806"/>
                </a:lnTo>
                <a:lnTo>
                  <a:pt x="549971" y="765292"/>
                </a:lnTo>
                <a:lnTo>
                  <a:pt x="563817" y="772032"/>
                </a:lnTo>
                <a:lnTo>
                  <a:pt x="568611" y="761889"/>
                </a:lnTo>
                <a:lnTo>
                  <a:pt x="567238" y="752153"/>
                </a:lnTo>
                <a:lnTo>
                  <a:pt x="575772" y="742330"/>
                </a:lnTo>
                <a:lnTo>
                  <a:pt x="593397" y="751973"/>
                </a:lnTo>
                <a:lnTo>
                  <a:pt x="600300" y="751252"/>
                </a:lnTo>
                <a:lnTo>
                  <a:pt x="605114" y="746318"/>
                </a:lnTo>
                <a:lnTo>
                  <a:pt x="607242" y="732486"/>
                </a:lnTo>
                <a:lnTo>
                  <a:pt x="625245" y="721564"/>
                </a:lnTo>
                <a:lnTo>
                  <a:pt x="635868" y="708686"/>
                </a:lnTo>
                <a:lnTo>
                  <a:pt x="640622" y="707447"/>
                </a:lnTo>
                <a:lnTo>
                  <a:pt x="647923" y="718569"/>
                </a:lnTo>
                <a:lnTo>
                  <a:pt x="660674" y="715327"/>
                </a:lnTo>
                <a:lnTo>
                  <a:pt x="659759" y="702180"/>
                </a:lnTo>
                <a:lnTo>
                  <a:pt x="675275" y="684110"/>
                </a:lnTo>
                <a:lnTo>
                  <a:pt x="680328" y="661391"/>
                </a:lnTo>
                <a:lnTo>
                  <a:pt x="691309" y="647001"/>
                </a:lnTo>
                <a:lnTo>
                  <a:pt x="686574" y="630121"/>
                </a:lnTo>
                <a:lnTo>
                  <a:pt x="669248" y="614124"/>
                </a:lnTo>
                <a:lnTo>
                  <a:pt x="671237" y="606015"/>
                </a:lnTo>
                <a:lnTo>
                  <a:pt x="684306" y="587938"/>
                </a:lnTo>
                <a:lnTo>
                  <a:pt x="697575" y="585109"/>
                </a:lnTo>
                <a:lnTo>
                  <a:pt x="708675" y="577454"/>
                </a:lnTo>
                <a:lnTo>
                  <a:pt x="707541" y="587668"/>
                </a:lnTo>
                <a:lnTo>
                  <a:pt x="714046" y="589263"/>
                </a:lnTo>
                <a:lnTo>
                  <a:pt x="725305" y="604128"/>
                </a:lnTo>
                <a:lnTo>
                  <a:pt x="733262" y="602960"/>
                </a:lnTo>
                <a:lnTo>
                  <a:pt x="749554" y="591216"/>
                </a:lnTo>
                <a:lnTo>
                  <a:pt x="746709" y="578015"/>
                </a:lnTo>
                <a:lnTo>
                  <a:pt x="750946" y="579205"/>
                </a:lnTo>
                <a:lnTo>
                  <a:pt x="750310" y="568566"/>
                </a:lnTo>
                <a:lnTo>
                  <a:pt x="755263" y="565245"/>
                </a:lnTo>
                <a:lnTo>
                  <a:pt x="754945" y="558110"/>
                </a:lnTo>
                <a:lnTo>
                  <a:pt x="743745" y="554587"/>
                </a:lnTo>
                <a:lnTo>
                  <a:pt x="734277" y="523347"/>
                </a:lnTo>
                <a:lnTo>
                  <a:pt x="728548" y="523190"/>
                </a:lnTo>
                <a:lnTo>
                  <a:pt x="724907" y="513148"/>
                </a:lnTo>
                <a:lnTo>
                  <a:pt x="718382" y="507925"/>
                </a:lnTo>
                <a:lnTo>
                  <a:pt x="727056" y="483257"/>
                </a:lnTo>
                <a:lnTo>
                  <a:pt x="732486" y="479741"/>
                </a:lnTo>
                <a:lnTo>
                  <a:pt x="743626" y="485900"/>
                </a:lnTo>
                <a:lnTo>
                  <a:pt x="764474" y="485632"/>
                </a:lnTo>
                <a:lnTo>
                  <a:pt x="774599" y="480144"/>
                </a:lnTo>
                <a:lnTo>
                  <a:pt x="782755" y="466641"/>
                </a:lnTo>
                <a:lnTo>
                  <a:pt x="795705" y="456924"/>
                </a:lnTo>
                <a:lnTo>
                  <a:pt x="792204" y="454753"/>
                </a:lnTo>
                <a:lnTo>
                  <a:pt x="790712" y="444927"/>
                </a:lnTo>
                <a:lnTo>
                  <a:pt x="803026" y="427341"/>
                </a:lnTo>
                <a:lnTo>
                  <a:pt x="792343" y="423023"/>
                </a:lnTo>
                <a:lnTo>
                  <a:pt x="795705" y="412243"/>
                </a:lnTo>
                <a:lnTo>
                  <a:pt x="807641" y="412310"/>
                </a:lnTo>
                <a:lnTo>
                  <a:pt x="810843" y="407145"/>
                </a:lnTo>
                <a:lnTo>
                  <a:pt x="792403" y="401712"/>
                </a:lnTo>
                <a:lnTo>
                  <a:pt x="792263" y="397195"/>
                </a:lnTo>
                <a:lnTo>
                  <a:pt x="785918" y="400772"/>
                </a:lnTo>
                <a:lnTo>
                  <a:pt x="780308" y="416582"/>
                </a:lnTo>
                <a:lnTo>
                  <a:pt x="775832" y="415419"/>
                </a:lnTo>
                <a:lnTo>
                  <a:pt x="774480" y="423896"/>
                </a:lnTo>
                <a:lnTo>
                  <a:pt x="762683" y="423761"/>
                </a:lnTo>
                <a:lnTo>
                  <a:pt x="754169" y="418527"/>
                </a:lnTo>
                <a:lnTo>
                  <a:pt x="754269" y="413719"/>
                </a:lnTo>
                <a:lnTo>
                  <a:pt x="765070" y="400079"/>
                </a:lnTo>
                <a:lnTo>
                  <a:pt x="757869" y="390646"/>
                </a:lnTo>
                <a:lnTo>
                  <a:pt x="751504" y="392881"/>
                </a:lnTo>
                <a:lnTo>
                  <a:pt x="738633" y="388344"/>
                </a:lnTo>
                <a:lnTo>
                  <a:pt x="746232" y="376499"/>
                </a:lnTo>
                <a:lnTo>
                  <a:pt x="736882" y="366959"/>
                </a:lnTo>
                <a:lnTo>
                  <a:pt x="747982" y="353602"/>
                </a:lnTo>
                <a:lnTo>
                  <a:pt x="751384" y="340137"/>
                </a:lnTo>
                <a:lnTo>
                  <a:pt x="744680" y="336253"/>
                </a:lnTo>
                <a:lnTo>
                  <a:pt x="739051" y="340695"/>
                </a:lnTo>
                <a:lnTo>
                  <a:pt x="731770" y="336833"/>
                </a:lnTo>
                <a:lnTo>
                  <a:pt x="725683" y="329444"/>
                </a:lnTo>
                <a:lnTo>
                  <a:pt x="732387" y="320539"/>
                </a:lnTo>
                <a:lnTo>
                  <a:pt x="727573" y="311168"/>
                </a:lnTo>
                <a:lnTo>
                  <a:pt x="708118" y="308825"/>
                </a:lnTo>
                <a:lnTo>
                  <a:pt x="701414" y="300972"/>
                </a:lnTo>
                <a:lnTo>
                  <a:pt x="713111" y="285450"/>
                </a:lnTo>
                <a:lnTo>
                  <a:pt x="739528" y="271939"/>
                </a:lnTo>
                <a:lnTo>
                  <a:pt x="743149" y="262846"/>
                </a:lnTo>
                <a:lnTo>
                  <a:pt x="749713" y="260973"/>
                </a:lnTo>
                <a:lnTo>
                  <a:pt x="762544" y="240966"/>
                </a:lnTo>
                <a:lnTo>
                  <a:pt x="777285" y="225621"/>
                </a:lnTo>
                <a:lnTo>
                  <a:pt x="782397" y="228226"/>
                </a:lnTo>
                <a:lnTo>
                  <a:pt x="791886" y="214266"/>
                </a:lnTo>
                <a:lnTo>
                  <a:pt x="796162" y="214489"/>
                </a:lnTo>
                <a:lnTo>
                  <a:pt x="807621" y="200644"/>
                </a:lnTo>
                <a:lnTo>
                  <a:pt x="827394" y="207054"/>
                </a:lnTo>
                <a:lnTo>
                  <a:pt x="831671" y="203960"/>
                </a:lnTo>
                <a:lnTo>
                  <a:pt x="822739" y="190475"/>
                </a:lnTo>
                <a:lnTo>
                  <a:pt x="826280" y="185491"/>
                </a:lnTo>
                <a:lnTo>
                  <a:pt x="822958" y="182466"/>
                </a:lnTo>
                <a:lnTo>
                  <a:pt x="823714" y="175192"/>
                </a:lnTo>
                <a:lnTo>
                  <a:pt x="810167" y="182644"/>
                </a:lnTo>
                <a:lnTo>
                  <a:pt x="805751" y="179196"/>
                </a:lnTo>
                <a:lnTo>
                  <a:pt x="804915" y="185157"/>
                </a:lnTo>
                <a:lnTo>
                  <a:pt x="794969" y="184379"/>
                </a:lnTo>
                <a:lnTo>
                  <a:pt x="784904" y="191454"/>
                </a:lnTo>
                <a:lnTo>
                  <a:pt x="779095" y="171256"/>
                </a:lnTo>
                <a:lnTo>
                  <a:pt x="799823" y="170255"/>
                </a:lnTo>
                <a:lnTo>
                  <a:pt x="801136" y="162939"/>
                </a:lnTo>
                <a:lnTo>
                  <a:pt x="808377" y="158025"/>
                </a:lnTo>
                <a:lnTo>
                  <a:pt x="826340" y="153979"/>
                </a:lnTo>
                <a:lnTo>
                  <a:pt x="819795" y="143754"/>
                </a:lnTo>
                <a:lnTo>
                  <a:pt x="837858" y="137287"/>
                </a:lnTo>
                <a:lnTo>
                  <a:pt x="840125" y="123556"/>
                </a:lnTo>
                <a:lnTo>
                  <a:pt x="844701" y="119736"/>
                </a:lnTo>
                <a:lnTo>
                  <a:pt x="838633" y="108519"/>
                </a:lnTo>
                <a:lnTo>
                  <a:pt x="840006" y="105566"/>
                </a:lnTo>
                <a:lnTo>
                  <a:pt x="831472" y="99127"/>
                </a:lnTo>
                <a:lnTo>
                  <a:pt x="826260" y="86940"/>
                </a:lnTo>
                <a:lnTo>
                  <a:pt x="817487" y="87251"/>
                </a:lnTo>
                <a:lnTo>
                  <a:pt x="807601" y="75533"/>
                </a:lnTo>
                <a:lnTo>
                  <a:pt x="799087" y="56698"/>
                </a:lnTo>
                <a:lnTo>
                  <a:pt x="787669" y="52972"/>
                </a:lnTo>
                <a:lnTo>
                  <a:pt x="789319" y="48248"/>
                </a:lnTo>
                <a:lnTo>
                  <a:pt x="784704" y="40310"/>
                </a:lnTo>
                <a:lnTo>
                  <a:pt x="786435" y="30711"/>
                </a:lnTo>
                <a:lnTo>
                  <a:pt x="798112" y="19386"/>
                </a:lnTo>
                <a:lnTo>
                  <a:pt x="784287" y="15863"/>
                </a:lnTo>
                <a:lnTo>
                  <a:pt x="786574" y="13469"/>
                </a:lnTo>
                <a:lnTo>
                  <a:pt x="773405" y="5405"/>
                </a:lnTo>
                <a:lnTo>
                  <a:pt x="771814" y="0"/>
                </a:lnTo>
                <a:lnTo>
                  <a:pt x="767856" y="398"/>
                </a:lnTo>
                <a:lnTo>
                  <a:pt x="771973" y="11143"/>
                </a:lnTo>
                <a:lnTo>
                  <a:pt x="768333" y="16394"/>
                </a:lnTo>
                <a:lnTo>
                  <a:pt x="744820" y="17680"/>
                </a:lnTo>
                <a:lnTo>
                  <a:pt x="747982" y="36541"/>
                </a:lnTo>
                <a:lnTo>
                  <a:pt x="743487" y="38448"/>
                </a:lnTo>
                <a:lnTo>
                  <a:pt x="729602" y="32972"/>
                </a:lnTo>
                <a:lnTo>
                  <a:pt x="726061" y="49934"/>
                </a:lnTo>
                <a:lnTo>
                  <a:pt x="721267" y="53061"/>
                </a:lnTo>
                <a:lnTo>
                  <a:pt x="704816" y="44878"/>
                </a:lnTo>
                <a:lnTo>
                  <a:pt x="699902" y="50089"/>
                </a:lnTo>
                <a:lnTo>
                  <a:pt x="690433" y="45765"/>
                </a:lnTo>
                <a:lnTo>
                  <a:pt x="690354" y="52262"/>
                </a:lnTo>
                <a:lnTo>
                  <a:pt x="685957" y="53061"/>
                </a:lnTo>
                <a:lnTo>
                  <a:pt x="664911" y="28894"/>
                </a:lnTo>
                <a:lnTo>
                  <a:pt x="654945" y="27187"/>
                </a:lnTo>
                <a:lnTo>
                  <a:pt x="647405" y="14400"/>
                </a:lnTo>
                <a:lnTo>
                  <a:pt x="636206" y="21890"/>
                </a:lnTo>
                <a:lnTo>
                  <a:pt x="639588" y="33770"/>
                </a:lnTo>
                <a:lnTo>
                  <a:pt x="628985" y="39822"/>
                </a:lnTo>
                <a:lnTo>
                  <a:pt x="637002" y="59959"/>
                </a:lnTo>
                <a:lnTo>
                  <a:pt x="632208" y="66192"/>
                </a:lnTo>
                <a:lnTo>
                  <a:pt x="617447" y="50976"/>
                </a:lnTo>
                <a:lnTo>
                  <a:pt x="609391" y="63685"/>
                </a:lnTo>
                <a:lnTo>
                  <a:pt x="593059" y="55345"/>
                </a:lnTo>
                <a:lnTo>
                  <a:pt x="584724" y="57341"/>
                </a:lnTo>
                <a:lnTo>
                  <a:pt x="581163" y="63308"/>
                </a:lnTo>
                <a:lnTo>
                  <a:pt x="583311" y="70252"/>
                </a:lnTo>
                <a:lnTo>
                  <a:pt x="564572" y="88050"/>
                </a:lnTo>
                <a:lnTo>
                  <a:pt x="562981" y="108897"/>
                </a:lnTo>
                <a:lnTo>
                  <a:pt x="552239" y="114094"/>
                </a:lnTo>
                <a:lnTo>
                  <a:pt x="542412" y="111806"/>
                </a:lnTo>
                <a:lnTo>
                  <a:pt x="537479" y="149200"/>
                </a:lnTo>
                <a:lnTo>
                  <a:pt x="532903" y="148800"/>
                </a:lnTo>
                <a:lnTo>
                  <a:pt x="527692" y="160115"/>
                </a:lnTo>
                <a:lnTo>
                  <a:pt x="522341" y="156691"/>
                </a:lnTo>
                <a:lnTo>
                  <a:pt x="518681" y="160360"/>
                </a:lnTo>
                <a:lnTo>
                  <a:pt x="516313" y="167920"/>
                </a:lnTo>
                <a:lnTo>
                  <a:pt x="523136" y="171923"/>
                </a:lnTo>
                <a:lnTo>
                  <a:pt x="520849" y="173502"/>
                </a:lnTo>
                <a:lnTo>
                  <a:pt x="525245" y="189340"/>
                </a:lnTo>
                <a:lnTo>
                  <a:pt x="520729" y="193478"/>
                </a:lnTo>
                <a:lnTo>
                  <a:pt x="501911" y="184890"/>
                </a:lnTo>
                <a:lnTo>
                  <a:pt x="499961" y="205050"/>
                </a:lnTo>
                <a:lnTo>
                  <a:pt x="494053" y="208011"/>
                </a:lnTo>
                <a:lnTo>
                  <a:pt x="493238" y="226088"/>
                </a:lnTo>
                <a:lnTo>
                  <a:pt x="498688" y="232680"/>
                </a:lnTo>
                <a:lnTo>
                  <a:pt x="489418" y="240810"/>
                </a:lnTo>
                <a:lnTo>
                  <a:pt x="478915" y="234284"/>
                </a:lnTo>
                <a:lnTo>
                  <a:pt x="476647" y="238760"/>
                </a:lnTo>
                <a:lnTo>
                  <a:pt x="480725" y="242926"/>
                </a:lnTo>
                <a:lnTo>
                  <a:pt x="479830" y="253820"/>
                </a:lnTo>
                <a:lnTo>
                  <a:pt x="490632" y="267169"/>
                </a:lnTo>
                <a:lnTo>
                  <a:pt x="494491" y="263737"/>
                </a:lnTo>
                <a:lnTo>
                  <a:pt x="508436" y="275395"/>
                </a:lnTo>
                <a:lnTo>
                  <a:pt x="514045" y="275662"/>
                </a:lnTo>
                <a:lnTo>
                  <a:pt x="516114" y="282061"/>
                </a:lnTo>
                <a:lnTo>
                  <a:pt x="506486" y="287725"/>
                </a:lnTo>
                <a:lnTo>
                  <a:pt x="503960" y="294571"/>
                </a:lnTo>
                <a:lnTo>
                  <a:pt x="506745" y="307152"/>
                </a:lnTo>
                <a:lnTo>
                  <a:pt x="502846" y="309271"/>
                </a:lnTo>
                <a:lnTo>
                  <a:pt x="507023" y="317928"/>
                </a:lnTo>
                <a:lnTo>
                  <a:pt x="526578" y="329623"/>
                </a:lnTo>
                <a:lnTo>
                  <a:pt x="527553" y="339289"/>
                </a:lnTo>
                <a:lnTo>
                  <a:pt x="524986" y="343196"/>
                </a:lnTo>
                <a:lnTo>
                  <a:pt x="508814" y="341745"/>
                </a:lnTo>
                <a:lnTo>
                  <a:pt x="512653" y="347215"/>
                </a:lnTo>
                <a:lnTo>
                  <a:pt x="500717" y="360436"/>
                </a:lnTo>
                <a:lnTo>
                  <a:pt x="505472" y="364480"/>
                </a:lnTo>
                <a:lnTo>
                  <a:pt x="503880" y="369282"/>
                </a:lnTo>
                <a:lnTo>
                  <a:pt x="495525" y="370735"/>
                </a:lnTo>
                <a:lnTo>
                  <a:pt x="494391" y="374645"/>
                </a:lnTo>
                <a:lnTo>
                  <a:pt x="499842" y="381929"/>
                </a:lnTo>
                <a:lnTo>
                  <a:pt x="492760" y="386399"/>
                </a:lnTo>
                <a:lnTo>
                  <a:pt x="479830" y="386913"/>
                </a:lnTo>
                <a:lnTo>
                  <a:pt x="489199" y="404797"/>
                </a:lnTo>
                <a:lnTo>
                  <a:pt x="483630" y="407771"/>
                </a:lnTo>
                <a:lnTo>
                  <a:pt x="485957" y="413988"/>
                </a:lnTo>
                <a:lnTo>
                  <a:pt x="479611" y="421883"/>
                </a:lnTo>
                <a:lnTo>
                  <a:pt x="479313" y="428839"/>
                </a:lnTo>
                <a:lnTo>
                  <a:pt x="456595" y="444614"/>
                </a:lnTo>
                <a:lnTo>
                  <a:pt x="458823" y="451530"/>
                </a:lnTo>
                <a:lnTo>
                  <a:pt x="447385" y="461827"/>
                </a:lnTo>
                <a:lnTo>
                  <a:pt x="439329" y="457014"/>
                </a:lnTo>
                <a:lnTo>
                  <a:pt x="439826" y="450298"/>
                </a:lnTo>
                <a:lnTo>
                  <a:pt x="433421" y="446293"/>
                </a:lnTo>
                <a:lnTo>
                  <a:pt x="429780" y="449493"/>
                </a:lnTo>
                <a:lnTo>
                  <a:pt x="428388" y="441817"/>
                </a:lnTo>
                <a:lnTo>
                  <a:pt x="424071" y="440049"/>
                </a:lnTo>
                <a:lnTo>
                  <a:pt x="421565" y="445308"/>
                </a:lnTo>
                <a:lnTo>
                  <a:pt x="415060" y="440832"/>
                </a:lnTo>
                <a:lnTo>
                  <a:pt x="408057" y="444122"/>
                </a:lnTo>
                <a:lnTo>
                  <a:pt x="406227" y="449784"/>
                </a:lnTo>
                <a:lnTo>
                  <a:pt x="380088" y="434388"/>
                </a:lnTo>
                <a:lnTo>
                  <a:pt x="381799" y="430540"/>
                </a:lnTo>
                <a:lnTo>
                  <a:pt x="363896" y="434835"/>
                </a:lnTo>
                <a:lnTo>
                  <a:pt x="357709" y="424522"/>
                </a:lnTo>
                <a:lnTo>
                  <a:pt x="362881" y="411975"/>
                </a:lnTo>
                <a:lnTo>
                  <a:pt x="341815" y="414479"/>
                </a:lnTo>
                <a:lnTo>
                  <a:pt x="342133" y="429309"/>
                </a:lnTo>
                <a:lnTo>
                  <a:pt x="334972" y="437453"/>
                </a:lnTo>
                <a:lnTo>
                  <a:pt x="337061" y="443540"/>
                </a:lnTo>
                <a:lnTo>
                  <a:pt x="323553" y="450388"/>
                </a:lnTo>
                <a:lnTo>
                  <a:pt x="311877" y="463484"/>
                </a:lnTo>
                <a:lnTo>
                  <a:pt x="304815" y="461021"/>
                </a:lnTo>
                <a:lnTo>
                  <a:pt x="302010" y="467872"/>
                </a:lnTo>
                <a:lnTo>
                  <a:pt x="301930" y="473761"/>
                </a:lnTo>
                <a:lnTo>
                  <a:pt x="307182" y="474926"/>
                </a:lnTo>
                <a:lnTo>
                  <a:pt x="309430" y="480704"/>
                </a:lnTo>
                <a:lnTo>
                  <a:pt x="310981" y="491725"/>
                </a:lnTo>
                <a:lnTo>
                  <a:pt x="302169" y="495153"/>
                </a:lnTo>
                <a:lnTo>
                  <a:pt x="303442" y="499051"/>
                </a:lnTo>
                <a:lnTo>
                  <a:pt x="298608" y="499657"/>
                </a:lnTo>
                <a:lnTo>
                  <a:pt x="294968" y="506805"/>
                </a:lnTo>
                <a:lnTo>
                  <a:pt x="284206" y="502413"/>
                </a:lnTo>
                <a:lnTo>
                  <a:pt x="275473" y="511713"/>
                </a:lnTo>
                <a:lnTo>
                  <a:pt x="269386" y="507746"/>
                </a:lnTo>
                <a:lnTo>
                  <a:pt x="269306" y="501337"/>
                </a:lnTo>
                <a:lnTo>
                  <a:pt x="265109" y="500933"/>
                </a:lnTo>
                <a:lnTo>
                  <a:pt x="252239" y="511018"/>
                </a:lnTo>
                <a:lnTo>
                  <a:pt x="248916" y="510682"/>
                </a:lnTo>
                <a:lnTo>
                  <a:pt x="248340" y="504116"/>
                </a:lnTo>
                <a:lnTo>
                  <a:pt x="243327" y="504653"/>
                </a:lnTo>
                <a:lnTo>
                  <a:pt x="240820" y="508149"/>
                </a:lnTo>
                <a:lnTo>
                  <a:pt x="243386" y="516980"/>
                </a:lnTo>
                <a:lnTo>
                  <a:pt x="227711" y="53825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D2D8DD-0251-4053-8BDA-B10F83B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42" y="2833489"/>
            <a:ext cx="5530" cy="3482"/>
          </a:xfrm>
          <a:custGeom xmlns:a="http://schemas.openxmlformats.org/drawingml/2006/main">
            <a:pathLst>
              <a:path w="5530" h="3482">
                <a:moveTo>
                  <a:pt x="0" y="1266"/>
                </a:moveTo>
                <a:lnTo>
                  <a:pt x="617" y="3482"/>
                </a:lnTo>
                <a:lnTo>
                  <a:pt x="5530" y="0"/>
                </a:lnTo>
                <a:lnTo>
                  <a:pt x="0" y="1266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06048A-F940-490E-ABD9-A256F687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514" y="2868564"/>
            <a:ext cx="2367" cy="2195"/>
          </a:xfrm>
          <a:custGeom xmlns:a="http://schemas.openxmlformats.org/drawingml/2006/main">
            <a:pathLst>
              <a:path w="2367" h="2195">
                <a:moveTo>
                  <a:pt x="0" y="68"/>
                </a:moveTo>
                <a:lnTo>
                  <a:pt x="2367" y="2195"/>
                </a:lnTo>
                <a:lnTo>
                  <a:pt x="40" y="0"/>
                </a:lnTo>
                <a:lnTo>
                  <a:pt x="0" y="6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E4CCCF-2730-4F94-9AF1-257CEE9B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469" y="2260502"/>
            <a:ext cx="638056" cy="421211"/>
          </a:xfrm>
          <a:custGeom xmlns:a="http://schemas.openxmlformats.org/drawingml/2006/main">
            <a:pathLst>
              <a:path w="638056" h="421211">
                <a:moveTo>
                  <a:pt x="481600" y="421211"/>
                </a:moveTo>
                <a:lnTo>
                  <a:pt x="489617" y="419138"/>
                </a:lnTo>
                <a:lnTo>
                  <a:pt x="489040" y="414384"/>
                </a:lnTo>
                <a:lnTo>
                  <a:pt x="495187" y="414970"/>
                </a:lnTo>
                <a:lnTo>
                  <a:pt x="498231" y="408369"/>
                </a:lnTo>
                <a:lnTo>
                  <a:pt x="506287" y="404067"/>
                </a:lnTo>
                <a:lnTo>
                  <a:pt x="502826" y="396568"/>
                </a:lnTo>
                <a:lnTo>
                  <a:pt x="507381" y="391861"/>
                </a:lnTo>
                <a:lnTo>
                  <a:pt x="503960" y="380244"/>
                </a:lnTo>
                <a:lnTo>
                  <a:pt x="507679" y="372523"/>
                </a:lnTo>
                <a:lnTo>
                  <a:pt x="522758" y="383981"/>
                </a:lnTo>
                <a:lnTo>
                  <a:pt x="529462" y="398459"/>
                </a:lnTo>
                <a:lnTo>
                  <a:pt x="535012" y="387561"/>
                </a:lnTo>
                <a:lnTo>
                  <a:pt x="540781" y="384341"/>
                </a:lnTo>
                <a:lnTo>
                  <a:pt x="541219" y="378196"/>
                </a:lnTo>
                <a:lnTo>
                  <a:pt x="545276" y="380492"/>
                </a:lnTo>
                <a:lnTo>
                  <a:pt x="549852" y="377565"/>
                </a:lnTo>
                <a:lnTo>
                  <a:pt x="552756" y="370723"/>
                </a:lnTo>
                <a:lnTo>
                  <a:pt x="550847" y="367392"/>
                </a:lnTo>
                <a:lnTo>
                  <a:pt x="561588" y="355106"/>
                </a:lnTo>
                <a:lnTo>
                  <a:pt x="582814" y="356411"/>
                </a:lnTo>
                <a:lnTo>
                  <a:pt x="581959" y="359606"/>
                </a:lnTo>
                <a:lnTo>
                  <a:pt x="596639" y="357401"/>
                </a:lnTo>
                <a:lnTo>
                  <a:pt x="607401" y="364308"/>
                </a:lnTo>
                <a:lnTo>
                  <a:pt x="619675" y="352923"/>
                </a:lnTo>
                <a:lnTo>
                  <a:pt x="624708" y="358053"/>
                </a:lnTo>
                <a:lnTo>
                  <a:pt x="629860" y="351888"/>
                </a:lnTo>
                <a:lnTo>
                  <a:pt x="629542" y="342553"/>
                </a:lnTo>
                <a:lnTo>
                  <a:pt x="634555" y="340326"/>
                </a:lnTo>
                <a:lnTo>
                  <a:pt x="632943" y="334659"/>
                </a:lnTo>
                <a:lnTo>
                  <a:pt x="638056" y="333242"/>
                </a:lnTo>
                <a:lnTo>
                  <a:pt x="637897" y="329667"/>
                </a:lnTo>
                <a:lnTo>
                  <a:pt x="619078" y="316267"/>
                </a:lnTo>
                <a:lnTo>
                  <a:pt x="615418" y="304579"/>
                </a:lnTo>
                <a:lnTo>
                  <a:pt x="604318" y="300759"/>
                </a:lnTo>
                <a:lnTo>
                  <a:pt x="606626" y="294714"/>
                </a:lnTo>
                <a:lnTo>
                  <a:pt x="603403" y="289996"/>
                </a:lnTo>
                <a:lnTo>
                  <a:pt x="595724" y="290805"/>
                </a:lnTo>
                <a:lnTo>
                  <a:pt x="591169" y="303725"/>
                </a:lnTo>
                <a:lnTo>
                  <a:pt x="581103" y="308489"/>
                </a:lnTo>
                <a:lnTo>
                  <a:pt x="573942" y="302197"/>
                </a:lnTo>
                <a:lnTo>
                  <a:pt x="559500" y="303613"/>
                </a:lnTo>
                <a:lnTo>
                  <a:pt x="560296" y="286514"/>
                </a:lnTo>
                <a:lnTo>
                  <a:pt x="569645" y="267333"/>
                </a:lnTo>
                <a:lnTo>
                  <a:pt x="568372" y="258688"/>
                </a:lnTo>
                <a:lnTo>
                  <a:pt x="551324" y="245938"/>
                </a:lnTo>
                <a:lnTo>
                  <a:pt x="550588" y="241988"/>
                </a:lnTo>
                <a:lnTo>
                  <a:pt x="562086" y="238824"/>
                </a:lnTo>
                <a:lnTo>
                  <a:pt x="564672" y="228883"/>
                </a:lnTo>
                <a:lnTo>
                  <a:pt x="553731" y="216433"/>
                </a:lnTo>
                <a:lnTo>
                  <a:pt x="536583" y="215603"/>
                </a:lnTo>
                <a:lnTo>
                  <a:pt x="535669" y="222422"/>
                </a:lnTo>
                <a:lnTo>
                  <a:pt x="529044" y="230432"/>
                </a:lnTo>
                <a:lnTo>
                  <a:pt x="523395" y="230836"/>
                </a:lnTo>
                <a:lnTo>
                  <a:pt x="523295" y="238577"/>
                </a:lnTo>
                <a:lnTo>
                  <a:pt x="512116" y="239160"/>
                </a:lnTo>
                <a:lnTo>
                  <a:pt x="508694" y="235121"/>
                </a:lnTo>
                <a:lnTo>
                  <a:pt x="504397" y="239452"/>
                </a:lnTo>
                <a:lnTo>
                  <a:pt x="498250" y="232585"/>
                </a:lnTo>
                <a:lnTo>
                  <a:pt x="493496" y="240821"/>
                </a:lnTo>
                <a:lnTo>
                  <a:pt x="485997" y="237859"/>
                </a:lnTo>
                <a:lnTo>
                  <a:pt x="481262" y="242370"/>
                </a:lnTo>
                <a:lnTo>
                  <a:pt x="476468" y="240978"/>
                </a:lnTo>
                <a:lnTo>
                  <a:pt x="469187" y="226797"/>
                </a:lnTo>
                <a:lnTo>
                  <a:pt x="465607" y="229399"/>
                </a:lnTo>
                <a:lnTo>
                  <a:pt x="467357" y="222647"/>
                </a:lnTo>
                <a:lnTo>
                  <a:pt x="464572" y="216186"/>
                </a:lnTo>
                <a:lnTo>
                  <a:pt x="467536" y="212979"/>
                </a:lnTo>
                <a:lnTo>
                  <a:pt x="481581" y="212082"/>
                </a:lnTo>
                <a:lnTo>
                  <a:pt x="477841" y="209862"/>
                </a:lnTo>
                <a:lnTo>
                  <a:pt x="479790" y="204951"/>
                </a:lnTo>
                <a:lnTo>
                  <a:pt x="484127" y="204570"/>
                </a:lnTo>
                <a:lnTo>
                  <a:pt x="486773" y="211746"/>
                </a:lnTo>
                <a:lnTo>
                  <a:pt x="488423" y="202910"/>
                </a:lnTo>
                <a:lnTo>
                  <a:pt x="495585" y="199345"/>
                </a:lnTo>
                <a:lnTo>
                  <a:pt x="483967" y="192149"/>
                </a:lnTo>
                <a:lnTo>
                  <a:pt x="486812" y="181659"/>
                </a:lnTo>
                <a:lnTo>
                  <a:pt x="484902" y="174801"/>
                </a:lnTo>
                <a:lnTo>
                  <a:pt x="479730" y="172157"/>
                </a:lnTo>
                <a:lnTo>
                  <a:pt x="473504" y="176190"/>
                </a:lnTo>
                <a:lnTo>
                  <a:pt x="465129" y="170835"/>
                </a:lnTo>
                <a:lnTo>
                  <a:pt x="462822" y="161626"/>
                </a:lnTo>
                <a:lnTo>
                  <a:pt x="457888" y="163419"/>
                </a:lnTo>
                <a:lnTo>
                  <a:pt x="453472" y="158535"/>
                </a:lnTo>
                <a:lnTo>
                  <a:pt x="444540" y="120090"/>
                </a:lnTo>
                <a:lnTo>
                  <a:pt x="430357" y="101204"/>
                </a:lnTo>
                <a:lnTo>
                  <a:pt x="424926" y="99504"/>
                </a:lnTo>
                <a:lnTo>
                  <a:pt x="416313" y="106641"/>
                </a:lnTo>
                <a:lnTo>
                  <a:pt x="411757" y="103553"/>
                </a:lnTo>
                <a:lnTo>
                  <a:pt x="414741" y="95836"/>
                </a:lnTo>
                <a:lnTo>
                  <a:pt x="410405" y="92346"/>
                </a:lnTo>
                <a:lnTo>
                  <a:pt x="412672" y="86911"/>
                </a:lnTo>
                <a:lnTo>
                  <a:pt x="396520" y="83243"/>
                </a:lnTo>
                <a:lnTo>
                  <a:pt x="389298" y="87739"/>
                </a:lnTo>
                <a:lnTo>
                  <a:pt x="383868" y="86665"/>
                </a:lnTo>
                <a:lnTo>
                  <a:pt x="373941" y="93800"/>
                </a:lnTo>
                <a:lnTo>
                  <a:pt x="372847" y="100131"/>
                </a:lnTo>
                <a:lnTo>
                  <a:pt x="365865" y="91541"/>
                </a:lnTo>
                <a:lnTo>
                  <a:pt x="356436" y="94314"/>
                </a:lnTo>
                <a:lnTo>
                  <a:pt x="348737" y="102681"/>
                </a:lnTo>
                <a:lnTo>
                  <a:pt x="344500" y="98632"/>
                </a:lnTo>
                <a:lnTo>
                  <a:pt x="334813" y="99750"/>
                </a:lnTo>
                <a:lnTo>
                  <a:pt x="333719" y="79330"/>
                </a:lnTo>
                <a:lnTo>
                  <a:pt x="329123" y="80985"/>
                </a:lnTo>
                <a:lnTo>
                  <a:pt x="325523" y="90087"/>
                </a:lnTo>
                <a:lnTo>
                  <a:pt x="321385" y="87246"/>
                </a:lnTo>
                <a:lnTo>
                  <a:pt x="325463" y="85793"/>
                </a:lnTo>
                <a:lnTo>
                  <a:pt x="321365" y="85167"/>
                </a:lnTo>
                <a:lnTo>
                  <a:pt x="310524" y="89327"/>
                </a:lnTo>
                <a:lnTo>
                  <a:pt x="303243" y="81767"/>
                </a:lnTo>
                <a:lnTo>
                  <a:pt x="298628" y="88298"/>
                </a:lnTo>
                <a:lnTo>
                  <a:pt x="302547" y="91944"/>
                </a:lnTo>
                <a:lnTo>
                  <a:pt x="284544" y="106216"/>
                </a:lnTo>
                <a:lnTo>
                  <a:pt x="277005" y="101406"/>
                </a:lnTo>
                <a:lnTo>
                  <a:pt x="284962" y="99236"/>
                </a:lnTo>
                <a:lnTo>
                  <a:pt x="289636" y="88499"/>
                </a:lnTo>
                <a:lnTo>
                  <a:pt x="293834" y="88186"/>
                </a:lnTo>
                <a:lnTo>
                  <a:pt x="290830" y="82439"/>
                </a:lnTo>
                <a:lnTo>
                  <a:pt x="282216" y="87560"/>
                </a:lnTo>
                <a:lnTo>
                  <a:pt x="282236" y="76446"/>
                </a:lnTo>
                <a:lnTo>
                  <a:pt x="276408" y="75686"/>
                </a:lnTo>
                <a:lnTo>
                  <a:pt x="271614" y="69180"/>
                </a:lnTo>
                <a:lnTo>
                  <a:pt x="268769" y="74076"/>
                </a:lnTo>
                <a:lnTo>
                  <a:pt x="274279" y="77698"/>
                </a:lnTo>
                <a:lnTo>
                  <a:pt x="275155" y="83132"/>
                </a:lnTo>
                <a:lnTo>
                  <a:pt x="264373" y="80403"/>
                </a:lnTo>
                <a:lnTo>
                  <a:pt x="263836" y="65246"/>
                </a:lnTo>
                <a:lnTo>
                  <a:pt x="270261" y="58942"/>
                </a:lnTo>
                <a:lnTo>
                  <a:pt x="266422" y="57981"/>
                </a:lnTo>
                <a:lnTo>
                  <a:pt x="259957" y="46607"/>
                </a:lnTo>
                <a:lnTo>
                  <a:pt x="264711" y="18128"/>
                </a:lnTo>
                <a:lnTo>
                  <a:pt x="260136" y="12300"/>
                </a:lnTo>
                <a:lnTo>
                  <a:pt x="248120" y="19177"/>
                </a:lnTo>
                <a:lnTo>
                  <a:pt x="247524" y="12836"/>
                </a:lnTo>
                <a:lnTo>
                  <a:pt x="242571" y="10692"/>
                </a:lnTo>
                <a:lnTo>
                  <a:pt x="225144" y="22638"/>
                </a:lnTo>
                <a:lnTo>
                  <a:pt x="223692" y="15515"/>
                </a:lnTo>
                <a:lnTo>
                  <a:pt x="205212" y="15671"/>
                </a:lnTo>
                <a:lnTo>
                  <a:pt x="207261" y="11586"/>
                </a:lnTo>
                <a:lnTo>
                  <a:pt x="198767" y="0"/>
                </a:lnTo>
                <a:lnTo>
                  <a:pt x="188164" y="7947"/>
                </a:lnTo>
                <a:lnTo>
                  <a:pt x="185917" y="17681"/>
                </a:lnTo>
                <a:lnTo>
                  <a:pt x="170142" y="32801"/>
                </a:lnTo>
                <a:lnTo>
                  <a:pt x="152278" y="30142"/>
                </a:lnTo>
                <a:lnTo>
                  <a:pt x="125980" y="69649"/>
                </a:lnTo>
                <a:lnTo>
                  <a:pt x="127531" y="75373"/>
                </a:lnTo>
                <a:lnTo>
                  <a:pt x="118560" y="84786"/>
                </a:lnTo>
                <a:lnTo>
                  <a:pt x="120052" y="93129"/>
                </a:lnTo>
                <a:lnTo>
                  <a:pt x="114263" y="97714"/>
                </a:lnTo>
                <a:lnTo>
                  <a:pt x="110125" y="97849"/>
                </a:lnTo>
                <a:lnTo>
                  <a:pt x="97195" y="82103"/>
                </a:lnTo>
                <a:lnTo>
                  <a:pt x="77322" y="84004"/>
                </a:lnTo>
                <a:lnTo>
                  <a:pt x="73961" y="94784"/>
                </a:lnTo>
                <a:lnTo>
                  <a:pt x="84643" y="99101"/>
                </a:lnTo>
                <a:lnTo>
                  <a:pt x="72329" y="116688"/>
                </a:lnTo>
                <a:lnTo>
                  <a:pt x="73821" y="126514"/>
                </a:lnTo>
                <a:lnTo>
                  <a:pt x="77322" y="128685"/>
                </a:lnTo>
                <a:lnTo>
                  <a:pt x="64372" y="138401"/>
                </a:lnTo>
                <a:lnTo>
                  <a:pt x="56216" y="151905"/>
                </a:lnTo>
                <a:lnTo>
                  <a:pt x="39606" y="158826"/>
                </a:lnTo>
                <a:lnTo>
                  <a:pt x="25244" y="157661"/>
                </a:lnTo>
                <a:lnTo>
                  <a:pt x="14104" y="151502"/>
                </a:lnTo>
                <a:lnTo>
                  <a:pt x="8673" y="155018"/>
                </a:lnTo>
                <a:lnTo>
                  <a:pt x="0" y="179686"/>
                </a:lnTo>
                <a:lnTo>
                  <a:pt x="6525" y="184908"/>
                </a:lnTo>
                <a:lnTo>
                  <a:pt x="10165" y="194951"/>
                </a:lnTo>
                <a:lnTo>
                  <a:pt x="15894" y="195108"/>
                </a:lnTo>
                <a:lnTo>
                  <a:pt x="25363" y="226348"/>
                </a:lnTo>
                <a:lnTo>
                  <a:pt x="36563" y="229871"/>
                </a:lnTo>
                <a:lnTo>
                  <a:pt x="36881" y="237006"/>
                </a:lnTo>
                <a:lnTo>
                  <a:pt x="78556" y="235099"/>
                </a:lnTo>
                <a:lnTo>
                  <a:pt x="82534" y="238263"/>
                </a:lnTo>
                <a:lnTo>
                  <a:pt x="82296" y="247375"/>
                </a:lnTo>
                <a:lnTo>
                  <a:pt x="106246" y="246903"/>
                </a:lnTo>
                <a:lnTo>
                  <a:pt x="110205" y="251280"/>
                </a:lnTo>
                <a:lnTo>
                  <a:pt x="111399" y="263224"/>
                </a:lnTo>
                <a:lnTo>
                  <a:pt x="123334" y="263516"/>
                </a:lnTo>
                <a:lnTo>
                  <a:pt x="126736" y="269062"/>
                </a:lnTo>
                <a:lnTo>
                  <a:pt x="139029" y="267018"/>
                </a:lnTo>
                <a:lnTo>
                  <a:pt x="156237" y="280538"/>
                </a:lnTo>
                <a:lnTo>
                  <a:pt x="164731" y="279483"/>
                </a:lnTo>
                <a:lnTo>
                  <a:pt x="165825" y="285862"/>
                </a:lnTo>
                <a:lnTo>
                  <a:pt x="173404" y="290400"/>
                </a:lnTo>
                <a:lnTo>
                  <a:pt x="177581" y="283144"/>
                </a:lnTo>
                <a:lnTo>
                  <a:pt x="182893" y="283571"/>
                </a:lnTo>
                <a:lnTo>
                  <a:pt x="193854" y="273194"/>
                </a:lnTo>
                <a:lnTo>
                  <a:pt x="201592" y="281482"/>
                </a:lnTo>
                <a:lnTo>
                  <a:pt x="211658" y="285503"/>
                </a:lnTo>
                <a:lnTo>
                  <a:pt x="214303" y="291299"/>
                </a:lnTo>
                <a:lnTo>
                  <a:pt x="218182" y="290468"/>
                </a:lnTo>
                <a:lnTo>
                  <a:pt x="220669" y="283077"/>
                </a:lnTo>
                <a:lnTo>
                  <a:pt x="231351" y="277169"/>
                </a:lnTo>
                <a:lnTo>
                  <a:pt x="245156" y="260754"/>
                </a:lnTo>
                <a:lnTo>
                  <a:pt x="258206" y="268456"/>
                </a:lnTo>
                <a:lnTo>
                  <a:pt x="262403" y="262079"/>
                </a:lnTo>
                <a:lnTo>
                  <a:pt x="281779" y="255770"/>
                </a:lnTo>
                <a:lnTo>
                  <a:pt x="288423" y="247195"/>
                </a:lnTo>
                <a:lnTo>
                  <a:pt x="308296" y="273576"/>
                </a:lnTo>
                <a:lnTo>
                  <a:pt x="310146" y="271285"/>
                </a:lnTo>
                <a:lnTo>
                  <a:pt x="307142" y="267625"/>
                </a:lnTo>
                <a:lnTo>
                  <a:pt x="317685" y="270095"/>
                </a:lnTo>
                <a:lnTo>
                  <a:pt x="312056" y="277686"/>
                </a:lnTo>
                <a:lnTo>
                  <a:pt x="317128" y="276428"/>
                </a:lnTo>
                <a:lnTo>
                  <a:pt x="321843" y="284245"/>
                </a:lnTo>
                <a:lnTo>
                  <a:pt x="316691" y="285143"/>
                </a:lnTo>
                <a:lnTo>
                  <a:pt x="318600" y="292422"/>
                </a:lnTo>
                <a:lnTo>
                  <a:pt x="322280" y="294624"/>
                </a:lnTo>
                <a:lnTo>
                  <a:pt x="327691" y="285458"/>
                </a:lnTo>
                <a:lnTo>
                  <a:pt x="335628" y="290962"/>
                </a:lnTo>
                <a:lnTo>
                  <a:pt x="336444" y="286806"/>
                </a:lnTo>
                <a:lnTo>
                  <a:pt x="345455" y="293882"/>
                </a:lnTo>
                <a:lnTo>
                  <a:pt x="350249" y="293208"/>
                </a:lnTo>
                <a:lnTo>
                  <a:pt x="355024" y="300916"/>
                </a:lnTo>
                <a:lnTo>
                  <a:pt x="370799" y="302871"/>
                </a:lnTo>
                <a:lnTo>
                  <a:pt x="371793" y="312760"/>
                </a:lnTo>
                <a:lnTo>
                  <a:pt x="379273" y="312400"/>
                </a:lnTo>
                <a:lnTo>
                  <a:pt x="382456" y="321437"/>
                </a:lnTo>
                <a:lnTo>
                  <a:pt x="388145" y="322764"/>
                </a:lnTo>
                <a:lnTo>
                  <a:pt x="395465" y="316581"/>
                </a:lnTo>
                <a:lnTo>
                  <a:pt x="416392" y="337402"/>
                </a:lnTo>
                <a:lnTo>
                  <a:pt x="415159" y="346152"/>
                </a:lnTo>
                <a:lnTo>
                  <a:pt x="444560" y="365546"/>
                </a:lnTo>
                <a:lnTo>
                  <a:pt x="444739" y="375472"/>
                </a:lnTo>
                <a:lnTo>
                  <a:pt x="454646" y="375382"/>
                </a:lnTo>
                <a:lnTo>
                  <a:pt x="463021" y="387020"/>
                </a:lnTo>
                <a:lnTo>
                  <a:pt x="470779" y="388371"/>
                </a:lnTo>
                <a:lnTo>
                  <a:pt x="472967" y="415893"/>
                </a:lnTo>
                <a:lnTo>
                  <a:pt x="481600" y="421211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0B89F-DB9C-4437-A323-87F7207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622" y="1687069"/>
            <a:ext cx="441775" cy="783451"/>
          </a:xfrm>
          <a:custGeom xmlns:a="http://schemas.openxmlformats.org/drawingml/2006/main">
            <a:pathLst>
              <a:path w="441775" h="783451">
                <a:moveTo>
                  <a:pt x="86175" y="783451"/>
                </a:moveTo>
                <a:lnTo>
                  <a:pt x="101850" y="762174"/>
                </a:lnTo>
                <a:lnTo>
                  <a:pt x="99284" y="753343"/>
                </a:lnTo>
                <a:lnTo>
                  <a:pt x="101790" y="749847"/>
                </a:lnTo>
                <a:lnTo>
                  <a:pt x="106804" y="749309"/>
                </a:lnTo>
                <a:lnTo>
                  <a:pt x="107380" y="755875"/>
                </a:lnTo>
                <a:lnTo>
                  <a:pt x="110702" y="756212"/>
                </a:lnTo>
                <a:lnTo>
                  <a:pt x="123573" y="746127"/>
                </a:lnTo>
                <a:lnTo>
                  <a:pt x="127770" y="746530"/>
                </a:lnTo>
                <a:lnTo>
                  <a:pt x="127850" y="752940"/>
                </a:lnTo>
                <a:lnTo>
                  <a:pt x="133937" y="756907"/>
                </a:lnTo>
                <a:lnTo>
                  <a:pt x="142670" y="747606"/>
                </a:lnTo>
                <a:lnTo>
                  <a:pt x="153432" y="751998"/>
                </a:lnTo>
                <a:lnTo>
                  <a:pt x="157072" y="744850"/>
                </a:lnTo>
                <a:lnTo>
                  <a:pt x="161906" y="744245"/>
                </a:lnTo>
                <a:lnTo>
                  <a:pt x="160633" y="740346"/>
                </a:lnTo>
                <a:lnTo>
                  <a:pt x="169445" y="736919"/>
                </a:lnTo>
                <a:lnTo>
                  <a:pt x="167894" y="725898"/>
                </a:lnTo>
                <a:lnTo>
                  <a:pt x="165646" y="720119"/>
                </a:lnTo>
                <a:lnTo>
                  <a:pt x="160394" y="718955"/>
                </a:lnTo>
                <a:lnTo>
                  <a:pt x="160474" y="713066"/>
                </a:lnTo>
                <a:lnTo>
                  <a:pt x="163278" y="706214"/>
                </a:lnTo>
                <a:lnTo>
                  <a:pt x="170341" y="708677"/>
                </a:lnTo>
                <a:lnTo>
                  <a:pt x="182017" y="695582"/>
                </a:lnTo>
                <a:lnTo>
                  <a:pt x="195525" y="688733"/>
                </a:lnTo>
                <a:lnTo>
                  <a:pt x="193436" y="682647"/>
                </a:lnTo>
                <a:lnTo>
                  <a:pt x="200597" y="674503"/>
                </a:lnTo>
                <a:lnTo>
                  <a:pt x="200279" y="659673"/>
                </a:lnTo>
                <a:lnTo>
                  <a:pt x="221345" y="657168"/>
                </a:lnTo>
                <a:lnTo>
                  <a:pt x="216173" y="669715"/>
                </a:lnTo>
                <a:lnTo>
                  <a:pt x="222360" y="680029"/>
                </a:lnTo>
                <a:lnTo>
                  <a:pt x="240263" y="675733"/>
                </a:lnTo>
                <a:lnTo>
                  <a:pt x="238552" y="679582"/>
                </a:lnTo>
                <a:lnTo>
                  <a:pt x="264691" y="694977"/>
                </a:lnTo>
                <a:lnTo>
                  <a:pt x="266521" y="689315"/>
                </a:lnTo>
                <a:lnTo>
                  <a:pt x="273523" y="686026"/>
                </a:lnTo>
                <a:lnTo>
                  <a:pt x="280028" y="690501"/>
                </a:lnTo>
                <a:lnTo>
                  <a:pt x="282535" y="685242"/>
                </a:lnTo>
                <a:lnTo>
                  <a:pt x="286852" y="687010"/>
                </a:lnTo>
                <a:lnTo>
                  <a:pt x="288244" y="694687"/>
                </a:lnTo>
                <a:lnTo>
                  <a:pt x="291884" y="691486"/>
                </a:lnTo>
                <a:lnTo>
                  <a:pt x="298290" y="695492"/>
                </a:lnTo>
                <a:lnTo>
                  <a:pt x="297792" y="702207"/>
                </a:lnTo>
                <a:lnTo>
                  <a:pt x="305849" y="707021"/>
                </a:lnTo>
                <a:lnTo>
                  <a:pt x="317287" y="696723"/>
                </a:lnTo>
                <a:lnTo>
                  <a:pt x="315059" y="689808"/>
                </a:lnTo>
                <a:lnTo>
                  <a:pt x="337777" y="674033"/>
                </a:lnTo>
                <a:lnTo>
                  <a:pt x="338075" y="667076"/>
                </a:lnTo>
                <a:lnTo>
                  <a:pt x="344421" y="659181"/>
                </a:lnTo>
                <a:lnTo>
                  <a:pt x="342093" y="652964"/>
                </a:lnTo>
                <a:lnTo>
                  <a:pt x="347663" y="649990"/>
                </a:lnTo>
                <a:lnTo>
                  <a:pt x="338294" y="632107"/>
                </a:lnTo>
                <a:lnTo>
                  <a:pt x="351224" y="631593"/>
                </a:lnTo>
                <a:lnTo>
                  <a:pt x="358306" y="627123"/>
                </a:lnTo>
                <a:lnTo>
                  <a:pt x="352855" y="619838"/>
                </a:lnTo>
                <a:lnTo>
                  <a:pt x="353989" y="615929"/>
                </a:lnTo>
                <a:lnTo>
                  <a:pt x="362344" y="614476"/>
                </a:lnTo>
                <a:lnTo>
                  <a:pt x="363936" y="609673"/>
                </a:lnTo>
                <a:lnTo>
                  <a:pt x="359181" y="605630"/>
                </a:lnTo>
                <a:lnTo>
                  <a:pt x="371117" y="592409"/>
                </a:lnTo>
                <a:lnTo>
                  <a:pt x="367277" y="586939"/>
                </a:lnTo>
                <a:lnTo>
                  <a:pt x="383450" y="588389"/>
                </a:lnTo>
                <a:lnTo>
                  <a:pt x="386016" y="584482"/>
                </a:lnTo>
                <a:lnTo>
                  <a:pt x="385041" y="574816"/>
                </a:lnTo>
                <a:lnTo>
                  <a:pt x="365487" y="563122"/>
                </a:lnTo>
                <a:lnTo>
                  <a:pt x="361310" y="554465"/>
                </a:lnTo>
                <a:lnTo>
                  <a:pt x="365209" y="552345"/>
                </a:lnTo>
                <a:lnTo>
                  <a:pt x="362424" y="539764"/>
                </a:lnTo>
                <a:lnTo>
                  <a:pt x="364950" y="532918"/>
                </a:lnTo>
                <a:lnTo>
                  <a:pt x="374578" y="527255"/>
                </a:lnTo>
                <a:lnTo>
                  <a:pt x="372509" y="520856"/>
                </a:lnTo>
                <a:lnTo>
                  <a:pt x="366900" y="520588"/>
                </a:lnTo>
                <a:lnTo>
                  <a:pt x="352955" y="508931"/>
                </a:lnTo>
                <a:lnTo>
                  <a:pt x="349096" y="512363"/>
                </a:lnTo>
                <a:lnTo>
                  <a:pt x="338294" y="499014"/>
                </a:lnTo>
                <a:lnTo>
                  <a:pt x="339189" y="488120"/>
                </a:lnTo>
                <a:lnTo>
                  <a:pt x="335111" y="483954"/>
                </a:lnTo>
                <a:lnTo>
                  <a:pt x="337379" y="479477"/>
                </a:lnTo>
                <a:lnTo>
                  <a:pt x="347882" y="486003"/>
                </a:lnTo>
                <a:lnTo>
                  <a:pt x="357152" y="477874"/>
                </a:lnTo>
                <a:lnTo>
                  <a:pt x="351701" y="471282"/>
                </a:lnTo>
                <a:lnTo>
                  <a:pt x="352517" y="453204"/>
                </a:lnTo>
                <a:lnTo>
                  <a:pt x="358425" y="450244"/>
                </a:lnTo>
                <a:lnTo>
                  <a:pt x="360375" y="430084"/>
                </a:lnTo>
                <a:lnTo>
                  <a:pt x="379193" y="438672"/>
                </a:lnTo>
                <a:lnTo>
                  <a:pt x="383709" y="434534"/>
                </a:lnTo>
                <a:lnTo>
                  <a:pt x="379312" y="418695"/>
                </a:lnTo>
                <a:lnTo>
                  <a:pt x="381600" y="417116"/>
                </a:lnTo>
                <a:lnTo>
                  <a:pt x="374777" y="413113"/>
                </a:lnTo>
                <a:lnTo>
                  <a:pt x="377144" y="405553"/>
                </a:lnTo>
                <a:lnTo>
                  <a:pt x="380804" y="401885"/>
                </a:lnTo>
                <a:lnTo>
                  <a:pt x="386156" y="405309"/>
                </a:lnTo>
                <a:lnTo>
                  <a:pt x="391367" y="393993"/>
                </a:lnTo>
                <a:lnTo>
                  <a:pt x="395943" y="394393"/>
                </a:lnTo>
                <a:lnTo>
                  <a:pt x="400876" y="357000"/>
                </a:lnTo>
                <a:lnTo>
                  <a:pt x="417984" y="358088"/>
                </a:lnTo>
                <a:lnTo>
                  <a:pt x="421445" y="354091"/>
                </a:lnTo>
                <a:lnTo>
                  <a:pt x="423036" y="333243"/>
                </a:lnTo>
                <a:lnTo>
                  <a:pt x="441775" y="315446"/>
                </a:lnTo>
                <a:lnTo>
                  <a:pt x="437538" y="306749"/>
                </a:lnTo>
                <a:lnTo>
                  <a:pt x="428109" y="304376"/>
                </a:lnTo>
                <a:lnTo>
                  <a:pt x="428964" y="289539"/>
                </a:lnTo>
                <a:lnTo>
                  <a:pt x="409708" y="282644"/>
                </a:lnTo>
                <a:lnTo>
                  <a:pt x="409112" y="276924"/>
                </a:lnTo>
                <a:lnTo>
                  <a:pt x="418362" y="267482"/>
                </a:lnTo>
                <a:lnTo>
                  <a:pt x="423972" y="251883"/>
                </a:lnTo>
                <a:lnTo>
                  <a:pt x="421425" y="242912"/>
                </a:lnTo>
                <a:lnTo>
                  <a:pt x="408674" y="244019"/>
                </a:lnTo>
                <a:lnTo>
                  <a:pt x="408276" y="222429"/>
                </a:lnTo>
                <a:lnTo>
                  <a:pt x="392919" y="231352"/>
                </a:lnTo>
                <a:lnTo>
                  <a:pt x="388443" y="228340"/>
                </a:lnTo>
                <a:lnTo>
                  <a:pt x="392800" y="210852"/>
                </a:lnTo>
                <a:lnTo>
                  <a:pt x="376468" y="206957"/>
                </a:lnTo>
                <a:lnTo>
                  <a:pt x="379113" y="203948"/>
                </a:lnTo>
                <a:lnTo>
                  <a:pt x="376169" y="204102"/>
                </a:lnTo>
                <a:lnTo>
                  <a:pt x="371813" y="193880"/>
                </a:lnTo>
                <a:lnTo>
                  <a:pt x="362782" y="196779"/>
                </a:lnTo>
                <a:lnTo>
                  <a:pt x="355183" y="192177"/>
                </a:lnTo>
                <a:lnTo>
                  <a:pt x="344361" y="203970"/>
                </a:lnTo>
                <a:lnTo>
                  <a:pt x="333977" y="202664"/>
                </a:lnTo>
                <a:lnTo>
                  <a:pt x="330039" y="197885"/>
                </a:lnTo>
                <a:lnTo>
                  <a:pt x="330576" y="191314"/>
                </a:lnTo>
                <a:lnTo>
                  <a:pt x="323136" y="173068"/>
                </a:lnTo>
                <a:lnTo>
                  <a:pt x="327791" y="156951"/>
                </a:lnTo>
                <a:lnTo>
                  <a:pt x="335310" y="156045"/>
                </a:lnTo>
                <a:lnTo>
                  <a:pt x="338950" y="145569"/>
                </a:lnTo>
                <a:lnTo>
                  <a:pt x="333003" y="133350"/>
                </a:lnTo>
                <a:lnTo>
                  <a:pt x="322539" y="127231"/>
                </a:lnTo>
                <a:lnTo>
                  <a:pt x="303601" y="141768"/>
                </a:lnTo>
                <a:lnTo>
                  <a:pt x="288761" y="137327"/>
                </a:lnTo>
                <a:lnTo>
                  <a:pt x="274439" y="126679"/>
                </a:lnTo>
                <a:lnTo>
                  <a:pt x="283251" y="120076"/>
                </a:lnTo>
                <a:lnTo>
                  <a:pt x="277721" y="108350"/>
                </a:lnTo>
                <a:lnTo>
                  <a:pt x="280446" y="102787"/>
                </a:lnTo>
                <a:lnTo>
                  <a:pt x="274339" y="81931"/>
                </a:lnTo>
                <a:lnTo>
                  <a:pt x="270619" y="77828"/>
                </a:lnTo>
                <a:lnTo>
                  <a:pt x="264353" y="78931"/>
                </a:lnTo>
                <a:lnTo>
                  <a:pt x="235449" y="106960"/>
                </a:lnTo>
                <a:lnTo>
                  <a:pt x="222936" y="91243"/>
                </a:lnTo>
                <a:lnTo>
                  <a:pt x="227930" y="84932"/>
                </a:lnTo>
                <a:lnTo>
                  <a:pt x="225622" y="76019"/>
                </a:lnTo>
                <a:lnTo>
                  <a:pt x="201174" y="38289"/>
                </a:lnTo>
                <a:lnTo>
                  <a:pt x="218520" y="23701"/>
                </a:lnTo>
                <a:lnTo>
                  <a:pt x="213487" y="19316"/>
                </a:lnTo>
                <a:lnTo>
                  <a:pt x="211001" y="7906"/>
                </a:lnTo>
                <a:lnTo>
                  <a:pt x="175294" y="14249"/>
                </a:lnTo>
                <a:lnTo>
                  <a:pt x="170619" y="9382"/>
                </a:lnTo>
                <a:lnTo>
                  <a:pt x="171156" y="4382"/>
                </a:lnTo>
                <a:lnTo>
                  <a:pt x="155640" y="0"/>
                </a:lnTo>
                <a:lnTo>
                  <a:pt x="143266" y="2709"/>
                </a:lnTo>
                <a:lnTo>
                  <a:pt x="137179" y="11232"/>
                </a:lnTo>
                <a:lnTo>
                  <a:pt x="121842" y="3479"/>
                </a:lnTo>
                <a:lnTo>
                  <a:pt x="123215" y="10659"/>
                </a:lnTo>
                <a:lnTo>
                  <a:pt x="114362" y="14646"/>
                </a:lnTo>
                <a:lnTo>
                  <a:pt x="117307" y="18788"/>
                </a:lnTo>
                <a:lnTo>
                  <a:pt x="111717" y="33286"/>
                </a:lnTo>
                <a:lnTo>
                  <a:pt x="101969" y="32846"/>
                </a:lnTo>
                <a:lnTo>
                  <a:pt x="103203" y="48694"/>
                </a:lnTo>
                <a:lnTo>
                  <a:pt x="90750" y="43183"/>
                </a:lnTo>
                <a:lnTo>
                  <a:pt x="94251" y="57866"/>
                </a:lnTo>
                <a:lnTo>
                  <a:pt x="86135" y="55882"/>
                </a:lnTo>
                <a:lnTo>
                  <a:pt x="83111" y="58925"/>
                </a:lnTo>
                <a:lnTo>
                  <a:pt x="81341" y="67879"/>
                </a:lnTo>
                <a:lnTo>
                  <a:pt x="85697" y="73592"/>
                </a:lnTo>
                <a:lnTo>
                  <a:pt x="80625" y="77122"/>
                </a:lnTo>
                <a:lnTo>
                  <a:pt x="81221" y="81931"/>
                </a:lnTo>
                <a:lnTo>
                  <a:pt x="77641" y="79769"/>
                </a:lnTo>
                <a:lnTo>
                  <a:pt x="69624" y="85793"/>
                </a:lnTo>
                <a:lnTo>
                  <a:pt x="68053" y="91376"/>
                </a:lnTo>
                <a:lnTo>
                  <a:pt x="76368" y="107401"/>
                </a:lnTo>
                <a:lnTo>
                  <a:pt x="68132" y="103030"/>
                </a:lnTo>
                <a:lnTo>
                  <a:pt x="59101" y="108549"/>
                </a:lnTo>
                <a:lnTo>
                  <a:pt x="57708" y="122240"/>
                </a:lnTo>
                <a:lnTo>
                  <a:pt x="62085" y="143271"/>
                </a:lnTo>
                <a:lnTo>
                  <a:pt x="48597" y="156597"/>
                </a:lnTo>
                <a:lnTo>
                  <a:pt x="27790" y="168667"/>
                </a:lnTo>
                <a:lnTo>
                  <a:pt x="34414" y="177800"/>
                </a:lnTo>
                <a:lnTo>
                  <a:pt x="33619" y="189168"/>
                </a:lnTo>
                <a:lnTo>
                  <a:pt x="29103" y="193880"/>
                </a:lnTo>
                <a:lnTo>
                  <a:pt x="30038" y="200850"/>
                </a:lnTo>
                <a:lnTo>
                  <a:pt x="34812" y="204921"/>
                </a:lnTo>
                <a:lnTo>
                  <a:pt x="33718" y="209812"/>
                </a:lnTo>
                <a:lnTo>
                  <a:pt x="16192" y="213442"/>
                </a:lnTo>
                <a:lnTo>
                  <a:pt x="19495" y="223447"/>
                </a:lnTo>
                <a:lnTo>
                  <a:pt x="47563" y="232658"/>
                </a:lnTo>
                <a:lnTo>
                  <a:pt x="50249" y="242403"/>
                </a:lnTo>
                <a:lnTo>
                  <a:pt x="41039" y="253877"/>
                </a:lnTo>
                <a:lnTo>
                  <a:pt x="37597" y="271051"/>
                </a:lnTo>
                <a:lnTo>
                  <a:pt x="33061" y="271738"/>
                </a:lnTo>
                <a:lnTo>
                  <a:pt x="29202" y="279075"/>
                </a:lnTo>
                <a:lnTo>
                  <a:pt x="27432" y="297611"/>
                </a:lnTo>
                <a:lnTo>
                  <a:pt x="21444" y="303755"/>
                </a:lnTo>
                <a:lnTo>
                  <a:pt x="19137" y="315601"/>
                </a:lnTo>
                <a:lnTo>
                  <a:pt x="23413" y="336418"/>
                </a:lnTo>
                <a:lnTo>
                  <a:pt x="21763" y="351359"/>
                </a:lnTo>
                <a:lnTo>
                  <a:pt x="29043" y="352003"/>
                </a:lnTo>
                <a:lnTo>
                  <a:pt x="27193" y="355823"/>
                </a:lnTo>
                <a:lnTo>
                  <a:pt x="43107" y="364285"/>
                </a:lnTo>
                <a:lnTo>
                  <a:pt x="38830" y="371504"/>
                </a:lnTo>
                <a:lnTo>
                  <a:pt x="41178" y="374859"/>
                </a:lnTo>
                <a:lnTo>
                  <a:pt x="26000" y="386147"/>
                </a:lnTo>
                <a:lnTo>
                  <a:pt x="32524" y="394238"/>
                </a:lnTo>
                <a:lnTo>
                  <a:pt x="4257" y="408799"/>
                </a:lnTo>
                <a:lnTo>
                  <a:pt x="0" y="414737"/>
                </a:lnTo>
                <a:lnTo>
                  <a:pt x="7281" y="424278"/>
                </a:lnTo>
                <a:lnTo>
                  <a:pt x="19654" y="415604"/>
                </a:lnTo>
                <a:lnTo>
                  <a:pt x="28168" y="421342"/>
                </a:lnTo>
                <a:lnTo>
                  <a:pt x="35130" y="418584"/>
                </a:lnTo>
                <a:lnTo>
                  <a:pt x="38393" y="412646"/>
                </a:lnTo>
                <a:lnTo>
                  <a:pt x="43167" y="412802"/>
                </a:lnTo>
                <a:lnTo>
                  <a:pt x="50468" y="431908"/>
                </a:lnTo>
                <a:lnTo>
                  <a:pt x="44838" y="432220"/>
                </a:lnTo>
                <a:lnTo>
                  <a:pt x="39089" y="445615"/>
                </a:lnTo>
                <a:lnTo>
                  <a:pt x="33718" y="448664"/>
                </a:lnTo>
                <a:lnTo>
                  <a:pt x="35966" y="456232"/>
                </a:lnTo>
                <a:lnTo>
                  <a:pt x="32922" y="458858"/>
                </a:lnTo>
                <a:lnTo>
                  <a:pt x="33658" y="469456"/>
                </a:lnTo>
                <a:lnTo>
                  <a:pt x="28864" y="479032"/>
                </a:lnTo>
                <a:lnTo>
                  <a:pt x="27949" y="493667"/>
                </a:lnTo>
                <a:lnTo>
                  <a:pt x="30276" y="508619"/>
                </a:lnTo>
                <a:lnTo>
                  <a:pt x="38890" y="516063"/>
                </a:lnTo>
                <a:lnTo>
                  <a:pt x="31689" y="530889"/>
                </a:lnTo>
                <a:lnTo>
                  <a:pt x="34056" y="541303"/>
                </a:lnTo>
                <a:lnTo>
                  <a:pt x="42232" y="549445"/>
                </a:lnTo>
                <a:lnTo>
                  <a:pt x="41277" y="555268"/>
                </a:lnTo>
                <a:lnTo>
                  <a:pt x="48538" y="556160"/>
                </a:lnTo>
                <a:lnTo>
                  <a:pt x="58007" y="549066"/>
                </a:lnTo>
                <a:lnTo>
                  <a:pt x="66063" y="553461"/>
                </a:lnTo>
                <a:lnTo>
                  <a:pt x="62085" y="559373"/>
                </a:lnTo>
                <a:lnTo>
                  <a:pt x="71076" y="555937"/>
                </a:lnTo>
                <a:lnTo>
                  <a:pt x="79352" y="559061"/>
                </a:lnTo>
                <a:lnTo>
                  <a:pt x="67714" y="564818"/>
                </a:lnTo>
                <a:lnTo>
                  <a:pt x="69604" y="567630"/>
                </a:lnTo>
                <a:lnTo>
                  <a:pt x="63756" y="573723"/>
                </a:lnTo>
                <a:lnTo>
                  <a:pt x="64770" y="579080"/>
                </a:lnTo>
                <a:lnTo>
                  <a:pt x="57828" y="591382"/>
                </a:lnTo>
                <a:lnTo>
                  <a:pt x="56992" y="611281"/>
                </a:lnTo>
                <a:lnTo>
                  <a:pt x="48339" y="626788"/>
                </a:lnTo>
                <a:lnTo>
                  <a:pt x="42650" y="656028"/>
                </a:lnTo>
                <a:lnTo>
                  <a:pt x="52298" y="651824"/>
                </a:lnTo>
                <a:lnTo>
                  <a:pt x="55679" y="643864"/>
                </a:lnTo>
                <a:lnTo>
                  <a:pt x="68769" y="650482"/>
                </a:lnTo>
                <a:lnTo>
                  <a:pt x="71892" y="655804"/>
                </a:lnTo>
                <a:lnTo>
                  <a:pt x="66700" y="665734"/>
                </a:lnTo>
                <a:lnTo>
                  <a:pt x="50965" y="672713"/>
                </a:lnTo>
                <a:lnTo>
                  <a:pt x="50448" y="681237"/>
                </a:lnTo>
                <a:lnTo>
                  <a:pt x="43764" y="686406"/>
                </a:lnTo>
                <a:lnTo>
                  <a:pt x="48140" y="696656"/>
                </a:lnTo>
                <a:lnTo>
                  <a:pt x="51084" y="723412"/>
                </a:lnTo>
                <a:lnTo>
                  <a:pt x="56773" y="722785"/>
                </a:lnTo>
                <a:lnTo>
                  <a:pt x="52874" y="727241"/>
                </a:lnTo>
                <a:lnTo>
                  <a:pt x="59678" y="734566"/>
                </a:lnTo>
                <a:lnTo>
                  <a:pt x="58624" y="750945"/>
                </a:lnTo>
                <a:lnTo>
                  <a:pt x="54466" y="754688"/>
                </a:lnTo>
                <a:lnTo>
                  <a:pt x="58046" y="755248"/>
                </a:lnTo>
                <a:lnTo>
                  <a:pt x="55122" y="758296"/>
                </a:lnTo>
                <a:lnTo>
                  <a:pt x="71474" y="776635"/>
                </a:lnTo>
                <a:lnTo>
                  <a:pt x="67078" y="783115"/>
                </a:lnTo>
                <a:lnTo>
                  <a:pt x="86175" y="783451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B3D1A7-FB25-42DA-A81F-964645D1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647" y="2593598"/>
            <a:ext cx="400840" cy="513726"/>
          </a:xfrm>
          <a:custGeom xmlns:a="http://schemas.openxmlformats.org/drawingml/2006/main">
            <a:pathLst>
              <a:path w="400840" h="513726">
                <a:moveTo>
                  <a:pt x="223112" y="0"/>
                </a:moveTo>
                <a:lnTo>
                  <a:pt x="182743" y="14479"/>
                </a:lnTo>
                <a:lnTo>
                  <a:pt x="163165" y="44748"/>
                </a:lnTo>
                <a:lnTo>
                  <a:pt x="141100" y="98252"/>
                </a:lnTo>
                <a:lnTo>
                  <a:pt x="156311" y="117023"/>
                </a:lnTo>
                <a:lnTo>
                  <a:pt x="153971" y="129284"/>
                </a:lnTo>
                <a:lnTo>
                  <a:pt x="123528" y="136969"/>
                </a:lnTo>
                <a:lnTo>
                  <a:pt x="103219" y="188435"/>
                </a:lnTo>
                <a:lnTo>
                  <a:pt x="111702" y="201964"/>
                </a:lnTo>
                <a:lnTo>
                  <a:pt x="127853" y="189540"/>
                </a:lnTo>
                <a:lnTo>
                  <a:pt x="168137" y="223297"/>
                </a:lnTo>
                <a:lnTo>
                  <a:pt x="141685" y="238003"/>
                </a:lnTo>
                <a:lnTo>
                  <a:pt x="150838" y="248785"/>
                </a:lnTo>
                <a:lnTo>
                  <a:pt x="162434" y="239897"/>
                </a:lnTo>
                <a:lnTo>
                  <a:pt x="161536" y="252845"/>
                </a:lnTo>
                <a:lnTo>
                  <a:pt x="144673" y="266042"/>
                </a:lnTo>
                <a:lnTo>
                  <a:pt x="132262" y="256296"/>
                </a:lnTo>
                <a:lnTo>
                  <a:pt x="126161" y="269088"/>
                </a:lnTo>
                <a:lnTo>
                  <a:pt x="126808" y="249101"/>
                </a:lnTo>
                <a:lnTo>
                  <a:pt x="118471" y="250048"/>
                </a:lnTo>
                <a:lnTo>
                  <a:pt x="109424" y="283234"/>
                </a:lnTo>
                <a:lnTo>
                  <a:pt x="86544" y="243123"/>
                </a:lnTo>
                <a:lnTo>
                  <a:pt x="63268" y="261936"/>
                </a:lnTo>
                <a:lnTo>
                  <a:pt x="66444" y="293929"/>
                </a:lnTo>
                <a:lnTo>
                  <a:pt x="109801" y="295577"/>
                </a:lnTo>
                <a:lnTo>
                  <a:pt x="136755" y="331279"/>
                </a:lnTo>
                <a:lnTo>
                  <a:pt x="124030" y="363852"/>
                </a:lnTo>
                <a:lnTo>
                  <a:pt x="115337" y="364575"/>
                </a:lnTo>
                <a:lnTo>
                  <a:pt x="115546" y="348637"/>
                </a:lnTo>
                <a:lnTo>
                  <a:pt x="97242" y="369744"/>
                </a:lnTo>
                <a:lnTo>
                  <a:pt x="116048" y="389388"/>
                </a:lnTo>
                <a:lnTo>
                  <a:pt x="100648" y="391827"/>
                </a:lnTo>
                <a:lnTo>
                  <a:pt x="106102" y="380356"/>
                </a:lnTo>
                <a:lnTo>
                  <a:pt x="86921" y="388959"/>
                </a:lnTo>
                <a:lnTo>
                  <a:pt x="84811" y="379725"/>
                </a:lnTo>
                <a:lnTo>
                  <a:pt x="68221" y="383585"/>
                </a:lnTo>
                <a:lnTo>
                  <a:pt x="72859" y="337418"/>
                </a:lnTo>
                <a:lnTo>
                  <a:pt x="64166" y="326042"/>
                </a:lnTo>
                <a:lnTo>
                  <a:pt x="38738" y="330850"/>
                </a:lnTo>
                <a:lnTo>
                  <a:pt x="0" y="380289"/>
                </a:lnTo>
                <a:lnTo>
                  <a:pt x="28646" y="402395"/>
                </a:lnTo>
                <a:lnTo>
                  <a:pt x="27727" y="442416"/>
                </a:lnTo>
                <a:lnTo>
                  <a:pt x="91893" y="448290"/>
                </a:lnTo>
                <a:lnTo>
                  <a:pt x="90849" y="513726"/>
                </a:lnTo>
                <a:lnTo>
                  <a:pt x="171732" y="501476"/>
                </a:lnTo>
                <a:lnTo>
                  <a:pt x="208987" y="460263"/>
                </a:lnTo>
                <a:lnTo>
                  <a:pt x="241018" y="444676"/>
                </a:lnTo>
                <a:lnTo>
                  <a:pt x="252238" y="449465"/>
                </a:lnTo>
                <a:lnTo>
                  <a:pt x="253617" y="428638"/>
                </a:lnTo>
                <a:lnTo>
                  <a:pt x="242940" y="431958"/>
                </a:lnTo>
                <a:lnTo>
                  <a:pt x="232660" y="419423"/>
                </a:lnTo>
                <a:lnTo>
                  <a:pt x="245385" y="404043"/>
                </a:lnTo>
                <a:lnTo>
                  <a:pt x="236150" y="391285"/>
                </a:lnTo>
                <a:lnTo>
                  <a:pt x="243672" y="388372"/>
                </a:lnTo>
                <a:lnTo>
                  <a:pt x="246095" y="341730"/>
                </a:lnTo>
                <a:lnTo>
                  <a:pt x="254641" y="330895"/>
                </a:lnTo>
                <a:lnTo>
                  <a:pt x="249230" y="309139"/>
                </a:lnTo>
                <a:lnTo>
                  <a:pt x="281303" y="298961"/>
                </a:lnTo>
                <a:lnTo>
                  <a:pt x="308988" y="260650"/>
                </a:lnTo>
                <a:lnTo>
                  <a:pt x="337383" y="258643"/>
                </a:lnTo>
                <a:lnTo>
                  <a:pt x="336652" y="243303"/>
                </a:lnTo>
                <a:lnTo>
                  <a:pt x="308152" y="205415"/>
                </a:lnTo>
                <a:lnTo>
                  <a:pt x="326560" y="174749"/>
                </a:lnTo>
                <a:lnTo>
                  <a:pt x="355917" y="156512"/>
                </a:lnTo>
                <a:lnTo>
                  <a:pt x="400840" y="164740"/>
                </a:lnTo>
                <a:lnTo>
                  <a:pt x="388616" y="137847"/>
                </a:lnTo>
                <a:lnTo>
                  <a:pt x="394321" y="129148"/>
                </a:lnTo>
                <a:lnTo>
                  <a:pt x="373405" y="126849"/>
                </a:lnTo>
                <a:lnTo>
                  <a:pt x="368684" y="113328"/>
                </a:lnTo>
                <a:lnTo>
                  <a:pt x="355582" y="127075"/>
                </a:lnTo>
                <a:lnTo>
                  <a:pt x="349105" y="122206"/>
                </a:lnTo>
                <a:lnTo>
                  <a:pt x="354224" y="90028"/>
                </a:lnTo>
                <a:lnTo>
                  <a:pt x="337028" y="50492"/>
                </a:lnTo>
                <a:lnTo>
                  <a:pt x="346849" y="428"/>
                </a:lnTo>
                <a:lnTo>
                  <a:pt x="318328" y="24929"/>
                </a:lnTo>
                <a:lnTo>
                  <a:pt x="296869" y="12025"/>
                </a:lnTo>
                <a:lnTo>
                  <a:pt x="293442" y="49163"/>
                </a:lnTo>
                <a:lnTo>
                  <a:pt x="260658" y="62385"/>
                </a:lnTo>
                <a:lnTo>
                  <a:pt x="246576" y="81061"/>
                </a:lnTo>
                <a:lnTo>
                  <a:pt x="234457" y="71869"/>
                </a:lnTo>
                <a:lnTo>
                  <a:pt x="222484" y="78786"/>
                </a:lnTo>
                <a:lnTo>
                  <a:pt x="217929" y="45199"/>
                </a:lnTo>
                <a:lnTo>
                  <a:pt x="232116" y="11079"/>
                </a:lnTo>
                <a:lnTo>
                  <a:pt x="223112" y="0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F3012-7150-4C02-A0EE-CEA51AA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576" y="2389438"/>
            <a:ext cx="385504" cy="636118"/>
          </a:xfrm>
          <a:custGeom xmlns:a="http://schemas.openxmlformats.org/drawingml/2006/main">
            <a:pathLst>
              <a:path w="385504" h="636118">
                <a:moveTo>
                  <a:pt x="25011" y="636118"/>
                </a:moveTo>
                <a:lnTo>
                  <a:pt x="115798" y="592690"/>
                </a:lnTo>
                <a:lnTo>
                  <a:pt x="191791" y="587339"/>
                </a:lnTo>
                <a:lnTo>
                  <a:pt x="225619" y="529684"/>
                </a:lnTo>
                <a:lnTo>
                  <a:pt x="292879" y="549704"/>
                </a:lnTo>
                <a:lnTo>
                  <a:pt x="321775" y="455472"/>
                </a:lnTo>
                <a:lnTo>
                  <a:pt x="342566" y="420939"/>
                </a:lnTo>
                <a:lnTo>
                  <a:pt x="360138" y="413565"/>
                </a:lnTo>
                <a:lnTo>
                  <a:pt x="364672" y="399134"/>
                </a:lnTo>
                <a:lnTo>
                  <a:pt x="350255" y="384771"/>
                </a:lnTo>
                <a:lnTo>
                  <a:pt x="371087" y="379045"/>
                </a:lnTo>
                <a:lnTo>
                  <a:pt x="359114" y="353503"/>
                </a:lnTo>
                <a:lnTo>
                  <a:pt x="385504" y="296690"/>
                </a:lnTo>
                <a:lnTo>
                  <a:pt x="354831" y="186869"/>
                </a:lnTo>
                <a:lnTo>
                  <a:pt x="305896" y="120763"/>
                </a:lnTo>
                <a:lnTo>
                  <a:pt x="293150" y="123057"/>
                </a:lnTo>
                <a:lnTo>
                  <a:pt x="300735" y="99769"/>
                </a:lnTo>
                <a:lnTo>
                  <a:pt x="258507" y="103324"/>
                </a:lnTo>
                <a:lnTo>
                  <a:pt x="263229" y="93830"/>
                </a:lnTo>
                <a:lnTo>
                  <a:pt x="233455" y="89015"/>
                </a:lnTo>
                <a:lnTo>
                  <a:pt x="233810" y="75338"/>
                </a:lnTo>
                <a:lnTo>
                  <a:pt x="210450" y="79139"/>
                </a:lnTo>
                <a:lnTo>
                  <a:pt x="234792" y="51697"/>
                </a:lnTo>
                <a:lnTo>
                  <a:pt x="218787" y="50078"/>
                </a:lnTo>
                <a:lnTo>
                  <a:pt x="214754" y="23384"/>
                </a:lnTo>
                <a:lnTo>
                  <a:pt x="173780" y="0"/>
                </a:lnTo>
                <a:lnTo>
                  <a:pt x="155330" y="4833"/>
                </a:lnTo>
                <a:lnTo>
                  <a:pt x="153261" y="25970"/>
                </a:lnTo>
                <a:lnTo>
                  <a:pt x="129525" y="40429"/>
                </a:lnTo>
                <a:lnTo>
                  <a:pt x="109133" y="25160"/>
                </a:lnTo>
                <a:lnTo>
                  <a:pt x="86712" y="34694"/>
                </a:lnTo>
                <a:lnTo>
                  <a:pt x="69976" y="27206"/>
                </a:lnTo>
                <a:lnTo>
                  <a:pt x="20101" y="46659"/>
                </a:lnTo>
                <a:lnTo>
                  <a:pt x="6122" y="71199"/>
                </a:lnTo>
                <a:lnTo>
                  <a:pt x="30360" y="114822"/>
                </a:lnTo>
                <a:lnTo>
                  <a:pt x="962" y="172573"/>
                </a:lnTo>
                <a:lnTo>
                  <a:pt x="14187" y="215239"/>
                </a:lnTo>
                <a:lnTo>
                  <a:pt x="0" y="249358"/>
                </a:lnTo>
                <a:lnTo>
                  <a:pt x="4555" y="282946"/>
                </a:lnTo>
                <a:lnTo>
                  <a:pt x="16528" y="276029"/>
                </a:lnTo>
                <a:lnTo>
                  <a:pt x="34936" y="284522"/>
                </a:lnTo>
                <a:lnTo>
                  <a:pt x="42729" y="266545"/>
                </a:lnTo>
                <a:lnTo>
                  <a:pt x="81301" y="244786"/>
                </a:lnTo>
                <a:lnTo>
                  <a:pt x="78939" y="216185"/>
                </a:lnTo>
                <a:lnTo>
                  <a:pt x="100399" y="229089"/>
                </a:lnTo>
                <a:lnTo>
                  <a:pt x="128920" y="204588"/>
                </a:lnTo>
                <a:lnTo>
                  <a:pt x="119099" y="254652"/>
                </a:lnTo>
                <a:lnTo>
                  <a:pt x="136295" y="294188"/>
                </a:lnTo>
                <a:lnTo>
                  <a:pt x="131176" y="326366"/>
                </a:lnTo>
                <a:lnTo>
                  <a:pt x="137653" y="331235"/>
                </a:lnTo>
                <a:lnTo>
                  <a:pt x="150754" y="317488"/>
                </a:lnTo>
                <a:lnTo>
                  <a:pt x="155476" y="331009"/>
                </a:lnTo>
                <a:lnTo>
                  <a:pt x="176392" y="333308"/>
                </a:lnTo>
                <a:lnTo>
                  <a:pt x="170687" y="342007"/>
                </a:lnTo>
                <a:lnTo>
                  <a:pt x="184123" y="363850"/>
                </a:lnTo>
                <a:lnTo>
                  <a:pt x="166843" y="371852"/>
                </a:lnTo>
                <a:lnTo>
                  <a:pt x="137988" y="360672"/>
                </a:lnTo>
                <a:lnTo>
                  <a:pt x="108631" y="378909"/>
                </a:lnTo>
                <a:lnTo>
                  <a:pt x="90223" y="409574"/>
                </a:lnTo>
                <a:lnTo>
                  <a:pt x="118722" y="447463"/>
                </a:lnTo>
                <a:lnTo>
                  <a:pt x="119454" y="462802"/>
                </a:lnTo>
                <a:lnTo>
                  <a:pt x="91059" y="464810"/>
                </a:lnTo>
                <a:lnTo>
                  <a:pt x="63373" y="503121"/>
                </a:lnTo>
                <a:lnTo>
                  <a:pt x="31301" y="513299"/>
                </a:lnTo>
                <a:lnTo>
                  <a:pt x="36712" y="535055"/>
                </a:lnTo>
                <a:lnTo>
                  <a:pt x="28166" y="545890"/>
                </a:lnTo>
                <a:lnTo>
                  <a:pt x="25742" y="592531"/>
                </a:lnTo>
                <a:lnTo>
                  <a:pt x="18221" y="595445"/>
                </a:lnTo>
                <a:lnTo>
                  <a:pt x="27455" y="608203"/>
                </a:lnTo>
                <a:lnTo>
                  <a:pt x="14730" y="623583"/>
                </a:lnTo>
                <a:lnTo>
                  <a:pt x="25011" y="63611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686887-2944-4375-9F4C-6E365F89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720" y="2195911"/>
            <a:ext cx="735215" cy="889311"/>
          </a:xfrm>
          <a:custGeom xmlns:a="http://schemas.openxmlformats.org/drawingml/2006/main">
            <a:pathLst>
              <a:path w="735215" h="889311">
                <a:moveTo>
                  <a:pt x="163542" y="498643"/>
                </a:moveTo>
                <a:lnTo>
                  <a:pt x="236610" y="559519"/>
                </a:lnTo>
                <a:lnTo>
                  <a:pt x="237027" y="538938"/>
                </a:lnTo>
                <a:lnTo>
                  <a:pt x="252155" y="522824"/>
                </a:lnTo>
                <a:lnTo>
                  <a:pt x="259071" y="544844"/>
                </a:lnTo>
                <a:lnTo>
                  <a:pt x="271670" y="551651"/>
                </a:lnTo>
                <a:lnTo>
                  <a:pt x="258654" y="573835"/>
                </a:lnTo>
                <a:lnTo>
                  <a:pt x="272715" y="584161"/>
                </a:lnTo>
                <a:lnTo>
                  <a:pt x="279443" y="569686"/>
                </a:lnTo>
                <a:lnTo>
                  <a:pt x="298332" y="566484"/>
                </a:lnTo>
                <a:lnTo>
                  <a:pt x="318056" y="584071"/>
                </a:lnTo>
                <a:lnTo>
                  <a:pt x="306732" y="607205"/>
                </a:lnTo>
                <a:lnTo>
                  <a:pt x="328567" y="577554"/>
                </a:lnTo>
                <a:lnTo>
                  <a:pt x="339682" y="599109"/>
                </a:lnTo>
                <a:lnTo>
                  <a:pt x="380490" y="626984"/>
                </a:lnTo>
                <a:lnTo>
                  <a:pt x="359344" y="660661"/>
                </a:lnTo>
                <a:lnTo>
                  <a:pt x="341792" y="658112"/>
                </a:lnTo>
                <a:lnTo>
                  <a:pt x="302323" y="681643"/>
                </a:lnTo>
                <a:lnTo>
                  <a:pt x="341291" y="747136"/>
                </a:lnTo>
                <a:lnTo>
                  <a:pt x="368559" y="738672"/>
                </a:lnTo>
                <a:lnTo>
                  <a:pt x="392797" y="802296"/>
                </a:lnTo>
                <a:lnTo>
                  <a:pt x="399085" y="806992"/>
                </a:lnTo>
                <a:lnTo>
                  <a:pt x="409847" y="789107"/>
                </a:lnTo>
                <a:lnTo>
                  <a:pt x="433875" y="798162"/>
                </a:lnTo>
                <a:lnTo>
                  <a:pt x="429236" y="832446"/>
                </a:lnTo>
                <a:lnTo>
                  <a:pt x="449692" y="843470"/>
                </a:lnTo>
                <a:lnTo>
                  <a:pt x="453015" y="889311"/>
                </a:lnTo>
                <a:lnTo>
                  <a:pt x="478192" y="889085"/>
                </a:lnTo>
                <a:lnTo>
                  <a:pt x="488326" y="875030"/>
                </a:lnTo>
                <a:lnTo>
                  <a:pt x="510391" y="887367"/>
                </a:lnTo>
                <a:lnTo>
                  <a:pt x="521506" y="872568"/>
                </a:lnTo>
                <a:lnTo>
                  <a:pt x="513420" y="868749"/>
                </a:lnTo>
                <a:lnTo>
                  <a:pt x="540521" y="840939"/>
                </a:lnTo>
                <a:lnTo>
                  <a:pt x="514653" y="840103"/>
                </a:lnTo>
                <a:lnTo>
                  <a:pt x="515572" y="800082"/>
                </a:lnTo>
                <a:lnTo>
                  <a:pt x="486926" y="777976"/>
                </a:lnTo>
                <a:lnTo>
                  <a:pt x="525664" y="728537"/>
                </a:lnTo>
                <a:lnTo>
                  <a:pt x="551093" y="723729"/>
                </a:lnTo>
                <a:lnTo>
                  <a:pt x="559785" y="735105"/>
                </a:lnTo>
                <a:lnTo>
                  <a:pt x="555147" y="781272"/>
                </a:lnTo>
                <a:lnTo>
                  <a:pt x="571737" y="777412"/>
                </a:lnTo>
                <a:lnTo>
                  <a:pt x="573847" y="786646"/>
                </a:lnTo>
                <a:lnTo>
                  <a:pt x="593029" y="778043"/>
                </a:lnTo>
                <a:lnTo>
                  <a:pt x="587575" y="789514"/>
                </a:lnTo>
                <a:lnTo>
                  <a:pt x="602974" y="787075"/>
                </a:lnTo>
                <a:lnTo>
                  <a:pt x="584169" y="767431"/>
                </a:lnTo>
                <a:lnTo>
                  <a:pt x="602472" y="746324"/>
                </a:lnTo>
                <a:lnTo>
                  <a:pt x="602263" y="762262"/>
                </a:lnTo>
                <a:lnTo>
                  <a:pt x="610956" y="761539"/>
                </a:lnTo>
                <a:lnTo>
                  <a:pt x="623681" y="728966"/>
                </a:lnTo>
                <a:lnTo>
                  <a:pt x="596727" y="693264"/>
                </a:lnTo>
                <a:lnTo>
                  <a:pt x="553371" y="691616"/>
                </a:lnTo>
                <a:lnTo>
                  <a:pt x="550194" y="659623"/>
                </a:lnTo>
                <a:lnTo>
                  <a:pt x="573471" y="640810"/>
                </a:lnTo>
                <a:lnTo>
                  <a:pt x="596350" y="680921"/>
                </a:lnTo>
                <a:lnTo>
                  <a:pt x="605398" y="647735"/>
                </a:lnTo>
                <a:lnTo>
                  <a:pt x="613734" y="646788"/>
                </a:lnTo>
                <a:lnTo>
                  <a:pt x="613087" y="666775"/>
                </a:lnTo>
                <a:lnTo>
                  <a:pt x="619188" y="653983"/>
                </a:lnTo>
                <a:lnTo>
                  <a:pt x="631599" y="663729"/>
                </a:lnTo>
                <a:lnTo>
                  <a:pt x="648462" y="650532"/>
                </a:lnTo>
                <a:lnTo>
                  <a:pt x="649360" y="637584"/>
                </a:lnTo>
                <a:lnTo>
                  <a:pt x="637764" y="646472"/>
                </a:lnTo>
                <a:lnTo>
                  <a:pt x="628611" y="635690"/>
                </a:lnTo>
                <a:lnTo>
                  <a:pt x="655064" y="620984"/>
                </a:lnTo>
                <a:lnTo>
                  <a:pt x="614779" y="587227"/>
                </a:lnTo>
                <a:lnTo>
                  <a:pt x="598628" y="599651"/>
                </a:lnTo>
                <a:lnTo>
                  <a:pt x="590145" y="586122"/>
                </a:lnTo>
                <a:lnTo>
                  <a:pt x="610454" y="534656"/>
                </a:lnTo>
                <a:lnTo>
                  <a:pt x="640897" y="526971"/>
                </a:lnTo>
                <a:lnTo>
                  <a:pt x="643238" y="514710"/>
                </a:lnTo>
                <a:lnTo>
                  <a:pt x="628027" y="495939"/>
                </a:lnTo>
                <a:lnTo>
                  <a:pt x="650091" y="442435"/>
                </a:lnTo>
                <a:lnTo>
                  <a:pt x="669669" y="412166"/>
                </a:lnTo>
                <a:lnTo>
                  <a:pt x="710038" y="397687"/>
                </a:lnTo>
                <a:lnTo>
                  <a:pt x="705817" y="366100"/>
                </a:lnTo>
                <a:lnTo>
                  <a:pt x="735215" y="308349"/>
                </a:lnTo>
                <a:lnTo>
                  <a:pt x="724183" y="298066"/>
                </a:lnTo>
                <a:lnTo>
                  <a:pt x="734254" y="294758"/>
                </a:lnTo>
                <a:lnTo>
                  <a:pt x="722888" y="280495"/>
                </a:lnTo>
                <a:lnTo>
                  <a:pt x="669690" y="276895"/>
                </a:lnTo>
                <a:lnTo>
                  <a:pt x="665595" y="254760"/>
                </a:lnTo>
                <a:lnTo>
                  <a:pt x="627212" y="251567"/>
                </a:lnTo>
                <a:lnTo>
                  <a:pt x="639164" y="202453"/>
                </a:lnTo>
                <a:lnTo>
                  <a:pt x="633730" y="189300"/>
                </a:lnTo>
                <a:lnTo>
                  <a:pt x="585213" y="226221"/>
                </a:lnTo>
                <a:lnTo>
                  <a:pt x="560517" y="210930"/>
                </a:lnTo>
                <a:lnTo>
                  <a:pt x="503307" y="99582"/>
                </a:lnTo>
                <a:lnTo>
                  <a:pt x="488514" y="119399"/>
                </a:lnTo>
                <a:lnTo>
                  <a:pt x="477502" y="122950"/>
                </a:lnTo>
                <a:lnTo>
                  <a:pt x="470565" y="107940"/>
                </a:lnTo>
                <a:lnTo>
                  <a:pt x="450026" y="134725"/>
                </a:lnTo>
                <a:lnTo>
                  <a:pt x="429362" y="132455"/>
                </a:lnTo>
                <a:lnTo>
                  <a:pt x="458886" y="107378"/>
                </a:lnTo>
                <a:lnTo>
                  <a:pt x="424179" y="94392"/>
                </a:lnTo>
                <a:lnTo>
                  <a:pt x="411706" y="35724"/>
                </a:lnTo>
                <a:lnTo>
                  <a:pt x="394698" y="25528"/>
                </a:lnTo>
                <a:lnTo>
                  <a:pt x="383080" y="0"/>
                </a:lnTo>
                <a:lnTo>
                  <a:pt x="365654" y="1661"/>
                </a:lnTo>
                <a:lnTo>
                  <a:pt x="356837" y="28716"/>
                </a:lnTo>
                <a:lnTo>
                  <a:pt x="362875" y="77342"/>
                </a:lnTo>
                <a:lnTo>
                  <a:pt x="350547" y="71748"/>
                </a:lnTo>
                <a:lnTo>
                  <a:pt x="294718" y="98257"/>
                </a:lnTo>
                <a:lnTo>
                  <a:pt x="289410" y="70468"/>
                </a:lnTo>
                <a:lnTo>
                  <a:pt x="267847" y="80239"/>
                </a:lnTo>
                <a:lnTo>
                  <a:pt x="259969" y="51758"/>
                </a:lnTo>
                <a:lnTo>
                  <a:pt x="223634" y="51578"/>
                </a:lnTo>
                <a:lnTo>
                  <a:pt x="207671" y="35633"/>
                </a:lnTo>
                <a:lnTo>
                  <a:pt x="170771" y="38867"/>
                </a:lnTo>
                <a:lnTo>
                  <a:pt x="157733" y="16299"/>
                </a:lnTo>
                <a:lnTo>
                  <a:pt x="132513" y="68468"/>
                </a:lnTo>
                <a:lnTo>
                  <a:pt x="89429" y="67817"/>
                </a:lnTo>
                <a:lnTo>
                  <a:pt x="77581" y="101334"/>
                </a:lnTo>
                <a:lnTo>
                  <a:pt x="59132" y="88147"/>
                </a:lnTo>
                <a:lnTo>
                  <a:pt x="0" y="125669"/>
                </a:lnTo>
                <a:lnTo>
                  <a:pt x="22900" y="151445"/>
                </a:lnTo>
                <a:lnTo>
                  <a:pt x="43127" y="152052"/>
                </a:lnTo>
                <a:lnTo>
                  <a:pt x="55058" y="137399"/>
                </a:lnTo>
                <a:lnTo>
                  <a:pt x="72860" y="150547"/>
                </a:lnTo>
                <a:lnTo>
                  <a:pt x="89073" y="141265"/>
                </a:lnTo>
                <a:lnTo>
                  <a:pt x="110428" y="166393"/>
                </a:lnTo>
                <a:lnTo>
                  <a:pt x="102885" y="209873"/>
                </a:lnTo>
                <a:lnTo>
                  <a:pt x="65880" y="284770"/>
                </a:lnTo>
                <a:lnTo>
                  <a:pt x="85167" y="298494"/>
                </a:lnTo>
                <a:lnTo>
                  <a:pt x="70519" y="302364"/>
                </a:lnTo>
                <a:lnTo>
                  <a:pt x="83411" y="305784"/>
                </a:lnTo>
                <a:lnTo>
                  <a:pt x="88990" y="329277"/>
                </a:lnTo>
                <a:lnTo>
                  <a:pt x="69850" y="334274"/>
                </a:lnTo>
                <a:lnTo>
                  <a:pt x="37548" y="381950"/>
                </a:lnTo>
                <a:lnTo>
                  <a:pt x="111494" y="387195"/>
                </a:lnTo>
                <a:lnTo>
                  <a:pt x="132597" y="360451"/>
                </a:lnTo>
                <a:lnTo>
                  <a:pt x="146658" y="406942"/>
                </a:lnTo>
                <a:lnTo>
                  <a:pt x="165088" y="420138"/>
                </a:lnTo>
                <a:lnTo>
                  <a:pt x="156960" y="443201"/>
                </a:lnTo>
                <a:lnTo>
                  <a:pt x="127603" y="443674"/>
                </a:lnTo>
                <a:lnTo>
                  <a:pt x="137382" y="475797"/>
                </a:lnTo>
                <a:lnTo>
                  <a:pt x="162016" y="479919"/>
                </a:lnTo>
                <a:lnTo>
                  <a:pt x="163542" y="498643"/>
                </a:lnTo>
              </a:path>
            </a:pathLst>
          </a:custGeom>
          <a:solidFill xmlns:a="http://schemas.openxmlformats.org/drawingml/2006/main">
            <a:srgbClr val="81968A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44E16-D47C-4EC0-A6C4-A7699331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692" y="2803004"/>
            <a:ext cx="738767" cy="930796"/>
          </a:xfrm>
          <a:custGeom xmlns:a="http://schemas.openxmlformats.org/drawingml/2006/main">
            <a:pathLst>
              <a:path w="738767" h="930796">
                <a:moveTo>
                  <a:pt x="20998" y="650148"/>
                </a:moveTo>
                <a:lnTo>
                  <a:pt x="34100" y="673691"/>
                </a:lnTo>
                <a:lnTo>
                  <a:pt x="81718" y="713781"/>
                </a:lnTo>
                <a:lnTo>
                  <a:pt x="81195" y="774291"/>
                </a:lnTo>
                <a:lnTo>
                  <a:pt x="109006" y="806063"/>
                </a:lnTo>
                <a:lnTo>
                  <a:pt x="110365" y="850322"/>
                </a:lnTo>
                <a:lnTo>
                  <a:pt x="150649" y="868632"/>
                </a:lnTo>
                <a:lnTo>
                  <a:pt x="149458" y="923193"/>
                </a:lnTo>
                <a:lnTo>
                  <a:pt x="174135" y="930796"/>
                </a:lnTo>
                <a:lnTo>
                  <a:pt x="240140" y="925008"/>
                </a:lnTo>
                <a:lnTo>
                  <a:pt x="278147" y="894821"/>
                </a:lnTo>
                <a:lnTo>
                  <a:pt x="317074" y="901652"/>
                </a:lnTo>
                <a:lnTo>
                  <a:pt x="372235" y="888421"/>
                </a:lnTo>
                <a:lnTo>
                  <a:pt x="368955" y="876688"/>
                </a:lnTo>
                <a:lnTo>
                  <a:pt x="390038" y="866748"/>
                </a:lnTo>
                <a:lnTo>
                  <a:pt x="380551" y="854020"/>
                </a:lnTo>
                <a:lnTo>
                  <a:pt x="388031" y="830584"/>
                </a:lnTo>
                <a:lnTo>
                  <a:pt x="367785" y="809716"/>
                </a:lnTo>
                <a:lnTo>
                  <a:pt x="369373" y="783657"/>
                </a:lnTo>
                <a:lnTo>
                  <a:pt x="355227" y="773792"/>
                </a:lnTo>
                <a:lnTo>
                  <a:pt x="380155" y="737107"/>
                </a:lnTo>
                <a:lnTo>
                  <a:pt x="379757" y="722168"/>
                </a:lnTo>
                <a:lnTo>
                  <a:pt x="396849" y="708274"/>
                </a:lnTo>
                <a:lnTo>
                  <a:pt x="382369" y="701293"/>
                </a:lnTo>
                <a:lnTo>
                  <a:pt x="344362" y="640634"/>
                </a:lnTo>
                <a:lnTo>
                  <a:pt x="350923" y="609827"/>
                </a:lnTo>
                <a:lnTo>
                  <a:pt x="413523" y="571508"/>
                </a:lnTo>
                <a:lnTo>
                  <a:pt x="369895" y="518532"/>
                </a:lnTo>
                <a:lnTo>
                  <a:pt x="335586" y="510565"/>
                </a:lnTo>
                <a:lnTo>
                  <a:pt x="278293" y="528673"/>
                </a:lnTo>
                <a:lnTo>
                  <a:pt x="240621" y="516676"/>
                </a:lnTo>
                <a:lnTo>
                  <a:pt x="246471" y="487209"/>
                </a:lnTo>
                <a:lnTo>
                  <a:pt x="228210" y="467205"/>
                </a:lnTo>
                <a:lnTo>
                  <a:pt x="224135" y="415378"/>
                </a:lnTo>
                <a:lnTo>
                  <a:pt x="241039" y="425284"/>
                </a:lnTo>
                <a:lnTo>
                  <a:pt x="264378" y="411374"/>
                </a:lnTo>
                <a:lnTo>
                  <a:pt x="274198" y="444354"/>
                </a:lnTo>
                <a:lnTo>
                  <a:pt x="298728" y="461436"/>
                </a:lnTo>
                <a:lnTo>
                  <a:pt x="306710" y="431076"/>
                </a:lnTo>
                <a:lnTo>
                  <a:pt x="344467" y="399839"/>
                </a:lnTo>
                <a:lnTo>
                  <a:pt x="402282" y="404317"/>
                </a:lnTo>
                <a:lnTo>
                  <a:pt x="414046" y="380684"/>
                </a:lnTo>
                <a:lnTo>
                  <a:pt x="461058" y="361081"/>
                </a:lnTo>
                <a:lnTo>
                  <a:pt x="478463" y="329431"/>
                </a:lnTo>
                <a:lnTo>
                  <a:pt x="473783" y="321610"/>
                </a:lnTo>
                <a:lnTo>
                  <a:pt x="514548" y="324751"/>
                </a:lnTo>
                <a:lnTo>
                  <a:pt x="500882" y="287144"/>
                </a:lnTo>
                <a:lnTo>
                  <a:pt x="510808" y="284342"/>
                </a:lnTo>
                <a:lnTo>
                  <a:pt x="510201" y="268842"/>
                </a:lnTo>
                <a:lnTo>
                  <a:pt x="537783" y="260505"/>
                </a:lnTo>
                <a:lnTo>
                  <a:pt x="523804" y="258245"/>
                </a:lnTo>
                <a:lnTo>
                  <a:pt x="533645" y="253297"/>
                </a:lnTo>
                <a:lnTo>
                  <a:pt x="535818" y="235157"/>
                </a:lnTo>
                <a:lnTo>
                  <a:pt x="553871" y="240014"/>
                </a:lnTo>
                <a:lnTo>
                  <a:pt x="561915" y="259059"/>
                </a:lnTo>
                <a:lnTo>
                  <a:pt x="586634" y="249999"/>
                </a:lnTo>
                <a:lnTo>
                  <a:pt x="601698" y="224247"/>
                </a:lnTo>
                <a:lnTo>
                  <a:pt x="630784" y="208098"/>
                </a:lnTo>
                <a:lnTo>
                  <a:pt x="649066" y="226799"/>
                </a:lnTo>
                <a:lnTo>
                  <a:pt x="658010" y="220090"/>
                </a:lnTo>
                <a:lnTo>
                  <a:pt x="678257" y="230188"/>
                </a:lnTo>
                <a:lnTo>
                  <a:pt x="681244" y="207240"/>
                </a:lnTo>
                <a:lnTo>
                  <a:pt x="696623" y="203852"/>
                </a:lnTo>
                <a:lnTo>
                  <a:pt x="679719" y="189873"/>
                </a:lnTo>
                <a:lnTo>
                  <a:pt x="666200" y="150315"/>
                </a:lnTo>
                <a:lnTo>
                  <a:pt x="677755" y="119503"/>
                </a:lnTo>
                <a:lnTo>
                  <a:pt x="738767" y="45335"/>
                </a:lnTo>
                <a:lnTo>
                  <a:pt x="686405" y="31372"/>
                </a:lnTo>
                <a:lnTo>
                  <a:pt x="677504" y="4126"/>
                </a:lnTo>
                <a:lnTo>
                  <a:pt x="660893" y="19034"/>
                </a:lnTo>
                <a:lnTo>
                  <a:pt x="641022" y="0"/>
                </a:lnTo>
                <a:lnTo>
                  <a:pt x="623450" y="7374"/>
                </a:lnTo>
                <a:lnTo>
                  <a:pt x="599776" y="48606"/>
                </a:lnTo>
                <a:lnTo>
                  <a:pt x="573763" y="136138"/>
                </a:lnTo>
                <a:lnTo>
                  <a:pt x="506503" y="116118"/>
                </a:lnTo>
                <a:lnTo>
                  <a:pt x="472676" y="173773"/>
                </a:lnTo>
                <a:lnTo>
                  <a:pt x="390936" y="181405"/>
                </a:lnTo>
                <a:lnTo>
                  <a:pt x="316572" y="219232"/>
                </a:lnTo>
                <a:lnTo>
                  <a:pt x="315193" y="240059"/>
                </a:lnTo>
                <a:lnTo>
                  <a:pt x="303973" y="235270"/>
                </a:lnTo>
                <a:lnTo>
                  <a:pt x="271942" y="250857"/>
                </a:lnTo>
                <a:lnTo>
                  <a:pt x="234687" y="292071"/>
                </a:lnTo>
                <a:lnTo>
                  <a:pt x="153804" y="304320"/>
                </a:lnTo>
                <a:lnTo>
                  <a:pt x="152300" y="344916"/>
                </a:lnTo>
                <a:lnTo>
                  <a:pt x="128041" y="340304"/>
                </a:lnTo>
                <a:lnTo>
                  <a:pt x="102425" y="412165"/>
                </a:lnTo>
                <a:lnTo>
                  <a:pt x="118471" y="439875"/>
                </a:lnTo>
                <a:lnTo>
                  <a:pt x="101484" y="463721"/>
                </a:lnTo>
                <a:lnTo>
                  <a:pt x="72106" y="467567"/>
                </a:lnTo>
                <a:lnTo>
                  <a:pt x="54617" y="487141"/>
                </a:lnTo>
                <a:lnTo>
                  <a:pt x="74739" y="498592"/>
                </a:lnTo>
                <a:lnTo>
                  <a:pt x="72253" y="511470"/>
                </a:lnTo>
                <a:lnTo>
                  <a:pt x="0" y="527382"/>
                </a:lnTo>
                <a:lnTo>
                  <a:pt x="1128" y="569493"/>
                </a:lnTo>
                <a:lnTo>
                  <a:pt x="41747" y="589217"/>
                </a:lnTo>
                <a:lnTo>
                  <a:pt x="53678" y="610505"/>
                </a:lnTo>
                <a:lnTo>
                  <a:pt x="55391" y="625252"/>
                </a:lnTo>
                <a:lnTo>
                  <a:pt x="20998" y="650148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3461EA-4141-43BF-9397-68A3E48B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1929" y="1888356"/>
            <a:ext cx="918292" cy="589962"/>
          </a:xfrm>
          <a:custGeom xmlns:a="http://schemas.openxmlformats.org/drawingml/2006/main">
            <a:pathLst>
              <a:path w="918292" h="589962">
                <a:moveTo>
                  <a:pt x="427439" y="552779"/>
                </a:moveTo>
                <a:lnTo>
                  <a:pt x="504518" y="451381"/>
                </a:lnTo>
                <a:lnTo>
                  <a:pt x="510369" y="418707"/>
                </a:lnTo>
                <a:lnTo>
                  <a:pt x="493779" y="408912"/>
                </a:lnTo>
                <a:lnTo>
                  <a:pt x="501676" y="410439"/>
                </a:lnTo>
                <a:lnTo>
                  <a:pt x="509617" y="390556"/>
                </a:lnTo>
                <a:lnTo>
                  <a:pt x="521923" y="393073"/>
                </a:lnTo>
                <a:lnTo>
                  <a:pt x="554269" y="353474"/>
                </a:lnTo>
                <a:lnTo>
                  <a:pt x="568999" y="377416"/>
                </a:lnTo>
                <a:lnTo>
                  <a:pt x="595555" y="392893"/>
                </a:lnTo>
                <a:lnTo>
                  <a:pt x="613588" y="429807"/>
                </a:lnTo>
                <a:lnTo>
                  <a:pt x="640103" y="410439"/>
                </a:lnTo>
                <a:lnTo>
                  <a:pt x="676877" y="414146"/>
                </a:lnTo>
                <a:lnTo>
                  <a:pt x="727672" y="437672"/>
                </a:lnTo>
                <a:lnTo>
                  <a:pt x="732289" y="381526"/>
                </a:lnTo>
                <a:lnTo>
                  <a:pt x="775457" y="372856"/>
                </a:lnTo>
                <a:lnTo>
                  <a:pt x="793635" y="388647"/>
                </a:lnTo>
                <a:lnTo>
                  <a:pt x="838831" y="366387"/>
                </a:lnTo>
                <a:lnTo>
                  <a:pt x="865471" y="340539"/>
                </a:lnTo>
                <a:lnTo>
                  <a:pt x="896123" y="245695"/>
                </a:lnTo>
                <a:lnTo>
                  <a:pt x="909120" y="250183"/>
                </a:lnTo>
                <a:lnTo>
                  <a:pt x="918292" y="235194"/>
                </a:lnTo>
                <a:lnTo>
                  <a:pt x="890335" y="213901"/>
                </a:lnTo>
                <a:lnTo>
                  <a:pt x="865032" y="216930"/>
                </a:lnTo>
                <a:lnTo>
                  <a:pt x="858200" y="204456"/>
                </a:lnTo>
                <a:lnTo>
                  <a:pt x="869671" y="185188"/>
                </a:lnTo>
                <a:lnTo>
                  <a:pt x="823682" y="157288"/>
                </a:lnTo>
                <a:lnTo>
                  <a:pt x="785089" y="160876"/>
                </a:lnTo>
                <a:lnTo>
                  <a:pt x="771592" y="152601"/>
                </a:lnTo>
                <a:lnTo>
                  <a:pt x="743552" y="161100"/>
                </a:lnTo>
                <a:lnTo>
                  <a:pt x="718039" y="135515"/>
                </a:lnTo>
                <a:lnTo>
                  <a:pt x="729615" y="106123"/>
                </a:lnTo>
                <a:lnTo>
                  <a:pt x="706443" y="96462"/>
                </a:lnTo>
                <a:lnTo>
                  <a:pt x="704750" y="76469"/>
                </a:lnTo>
                <a:lnTo>
                  <a:pt x="678047" y="91576"/>
                </a:lnTo>
                <a:lnTo>
                  <a:pt x="672009" y="80368"/>
                </a:lnTo>
                <a:lnTo>
                  <a:pt x="617119" y="78239"/>
                </a:lnTo>
                <a:lnTo>
                  <a:pt x="597750" y="55023"/>
                </a:lnTo>
                <a:lnTo>
                  <a:pt x="560327" y="51796"/>
                </a:lnTo>
                <a:lnTo>
                  <a:pt x="551050" y="33871"/>
                </a:lnTo>
                <a:lnTo>
                  <a:pt x="558071" y="13977"/>
                </a:lnTo>
                <a:lnTo>
                  <a:pt x="526604" y="0"/>
                </a:lnTo>
                <a:lnTo>
                  <a:pt x="525476" y="22445"/>
                </a:lnTo>
                <a:lnTo>
                  <a:pt x="502199" y="28225"/>
                </a:lnTo>
                <a:lnTo>
                  <a:pt x="489516" y="47359"/>
                </a:lnTo>
                <a:lnTo>
                  <a:pt x="510243" y="70798"/>
                </a:lnTo>
                <a:lnTo>
                  <a:pt x="482412" y="95609"/>
                </a:lnTo>
                <a:lnTo>
                  <a:pt x="459637" y="88953"/>
                </a:lnTo>
                <a:lnTo>
                  <a:pt x="463293" y="129752"/>
                </a:lnTo>
                <a:lnTo>
                  <a:pt x="452344" y="143430"/>
                </a:lnTo>
                <a:lnTo>
                  <a:pt x="470272" y="181308"/>
                </a:lnTo>
                <a:lnTo>
                  <a:pt x="431805" y="188731"/>
                </a:lnTo>
                <a:lnTo>
                  <a:pt x="421922" y="199948"/>
                </a:lnTo>
                <a:lnTo>
                  <a:pt x="423448" y="223683"/>
                </a:lnTo>
                <a:lnTo>
                  <a:pt x="389578" y="232008"/>
                </a:lnTo>
                <a:lnTo>
                  <a:pt x="380070" y="246167"/>
                </a:lnTo>
                <a:lnTo>
                  <a:pt x="383288" y="275274"/>
                </a:lnTo>
                <a:lnTo>
                  <a:pt x="322819" y="271144"/>
                </a:lnTo>
                <a:lnTo>
                  <a:pt x="316217" y="286407"/>
                </a:lnTo>
                <a:lnTo>
                  <a:pt x="330927" y="315569"/>
                </a:lnTo>
                <a:lnTo>
                  <a:pt x="328211" y="355360"/>
                </a:lnTo>
                <a:lnTo>
                  <a:pt x="302406" y="382627"/>
                </a:lnTo>
                <a:lnTo>
                  <a:pt x="282097" y="374855"/>
                </a:lnTo>
                <a:lnTo>
                  <a:pt x="256752" y="384244"/>
                </a:lnTo>
                <a:lnTo>
                  <a:pt x="216696" y="358145"/>
                </a:lnTo>
                <a:lnTo>
                  <a:pt x="207273" y="360884"/>
                </a:lnTo>
                <a:lnTo>
                  <a:pt x="207211" y="379932"/>
                </a:lnTo>
                <a:lnTo>
                  <a:pt x="189116" y="390894"/>
                </a:lnTo>
                <a:lnTo>
                  <a:pt x="176057" y="381548"/>
                </a:lnTo>
                <a:lnTo>
                  <a:pt x="160219" y="389321"/>
                </a:lnTo>
                <a:lnTo>
                  <a:pt x="105412" y="379281"/>
                </a:lnTo>
                <a:lnTo>
                  <a:pt x="100565" y="346714"/>
                </a:lnTo>
                <a:lnTo>
                  <a:pt x="91413" y="340381"/>
                </a:lnTo>
                <a:lnTo>
                  <a:pt x="70707" y="354597"/>
                </a:lnTo>
                <a:lnTo>
                  <a:pt x="66737" y="334745"/>
                </a:lnTo>
                <a:lnTo>
                  <a:pt x="56269" y="349925"/>
                </a:lnTo>
                <a:lnTo>
                  <a:pt x="74049" y="364927"/>
                </a:lnTo>
                <a:lnTo>
                  <a:pt x="62704" y="393702"/>
                </a:lnTo>
                <a:lnTo>
                  <a:pt x="38361" y="389299"/>
                </a:lnTo>
                <a:lnTo>
                  <a:pt x="40055" y="408686"/>
                </a:lnTo>
                <a:lnTo>
                  <a:pt x="31864" y="412394"/>
                </a:lnTo>
                <a:lnTo>
                  <a:pt x="18825" y="395521"/>
                </a:lnTo>
                <a:lnTo>
                  <a:pt x="0" y="416910"/>
                </a:lnTo>
                <a:lnTo>
                  <a:pt x="42603" y="512773"/>
                </a:lnTo>
                <a:lnTo>
                  <a:pt x="73005" y="533775"/>
                </a:lnTo>
                <a:lnTo>
                  <a:pt x="121522" y="496855"/>
                </a:lnTo>
                <a:lnTo>
                  <a:pt x="125241" y="519181"/>
                </a:lnTo>
                <a:lnTo>
                  <a:pt x="111012" y="551655"/>
                </a:lnTo>
                <a:lnTo>
                  <a:pt x="153386" y="562315"/>
                </a:lnTo>
                <a:lnTo>
                  <a:pt x="157481" y="584450"/>
                </a:lnTo>
                <a:lnTo>
                  <a:pt x="202927" y="589962"/>
                </a:lnTo>
                <a:lnTo>
                  <a:pt x="198769" y="572280"/>
                </a:lnTo>
                <a:lnTo>
                  <a:pt x="212748" y="547741"/>
                </a:lnTo>
                <a:lnTo>
                  <a:pt x="262623" y="528288"/>
                </a:lnTo>
                <a:lnTo>
                  <a:pt x="279359" y="535776"/>
                </a:lnTo>
                <a:lnTo>
                  <a:pt x="301779" y="526242"/>
                </a:lnTo>
                <a:lnTo>
                  <a:pt x="322172" y="541511"/>
                </a:lnTo>
                <a:lnTo>
                  <a:pt x="341291" y="533100"/>
                </a:lnTo>
                <a:lnTo>
                  <a:pt x="347977" y="505915"/>
                </a:lnTo>
                <a:lnTo>
                  <a:pt x="359239" y="501104"/>
                </a:lnTo>
                <a:lnTo>
                  <a:pt x="400819" y="519361"/>
                </a:lnTo>
                <a:lnTo>
                  <a:pt x="411434" y="551160"/>
                </a:lnTo>
                <a:lnTo>
                  <a:pt x="427439" y="552779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C3E478-61A1-45EF-9CBA-DEFFC38B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8809" y="2694554"/>
            <a:ext cx="372445" cy="409222"/>
          </a:xfrm>
          <a:custGeom xmlns:a="http://schemas.openxmlformats.org/drawingml/2006/main">
            <a:pathLst>
              <a:path w="372445" h="409222">
                <a:moveTo>
                  <a:pt x="189618" y="409222"/>
                </a:moveTo>
                <a:lnTo>
                  <a:pt x="178001" y="366130"/>
                </a:lnTo>
                <a:lnTo>
                  <a:pt x="202657" y="353433"/>
                </a:lnTo>
                <a:lnTo>
                  <a:pt x="192689" y="324836"/>
                </a:lnTo>
                <a:lnTo>
                  <a:pt x="197704" y="312957"/>
                </a:lnTo>
                <a:lnTo>
                  <a:pt x="207148" y="310134"/>
                </a:lnTo>
                <a:lnTo>
                  <a:pt x="217972" y="325785"/>
                </a:lnTo>
                <a:lnTo>
                  <a:pt x="247789" y="326011"/>
                </a:lnTo>
                <a:lnTo>
                  <a:pt x="252511" y="283262"/>
                </a:lnTo>
                <a:lnTo>
                  <a:pt x="271420" y="263190"/>
                </a:lnTo>
                <a:lnTo>
                  <a:pt x="330886" y="279514"/>
                </a:lnTo>
                <a:lnTo>
                  <a:pt x="332202" y="248493"/>
                </a:lnTo>
                <a:lnTo>
                  <a:pt x="294529" y="175352"/>
                </a:lnTo>
                <a:lnTo>
                  <a:pt x="340811" y="156852"/>
                </a:lnTo>
                <a:lnTo>
                  <a:pt x="350255" y="162018"/>
                </a:lnTo>
                <a:lnTo>
                  <a:pt x="372445" y="133257"/>
                </a:lnTo>
                <a:lnTo>
                  <a:pt x="330593" y="100467"/>
                </a:lnTo>
                <a:lnTo>
                  <a:pt x="319478" y="78911"/>
                </a:lnTo>
                <a:lnTo>
                  <a:pt x="297643" y="108562"/>
                </a:lnTo>
                <a:lnTo>
                  <a:pt x="308967" y="85428"/>
                </a:lnTo>
                <a:lnTo>
                  <a:pt x="289243" y="67841"/>
                </a:lnTo>
                <a:lnTo>
                  <a:pt x="270354" y="71044"/>
                </a:lnTo>
                <a:lnTo>
                  <a:pt x="263626" y="85518"/>
                </a:lnTo>
                <a:lnTo>
                  <a:pt x="249565" y="75192"/>
                </a:lnTo>
                <a:lnTo>
                  <a:pt x="262581" y="53008"/>
                </a:lnTo>
                <a:lnTo>
                  <a:pt x="249982" y="46201"/>
                </a:lnTo>
                <a:lnTo>
                  <a:pt x="243066" y="24181"/>
                </a:lnTo>
                <a:lnTo>
                  <a:pt x="227938" y="40295"/>
                </a:lnTo>
                <a:lnTo>
                  <a:pt x="227521" y="60876"/>
                </a:lnTo>
                <a:lnTo>
                  <a:pt x="154453" y="0"/>
                </a:lnTo>
                <a:lnTo>
                  <a:pt x="144821" y="44623"/>
                </a:lnTo>
                <a:lnTo>
                  <a:pt x="159906" y="56706"/>
                </a:lnTo>
                <a:lnTo>
                  <a:pt x="118284" y="88990"/>
                </a:lnTo>
                <a:lnTo>
                  <a:pt x="109154" y="109938"/>
                </a:lnTo>
                <a:lnTo>
                  <a:pt x="86400" y="105112"/>
                </a:lnTo>
                <a:lnTo>
                  <a:pt x="81781" y="76432"/>
                </a:lnTo>
                <a:lnTo>
                  <a:pt x="61368" y="68337"/>
                </a:lnTo>
                <a:lnTo>
                  <a:pt x="41309" y="90388"/>
                </a:lnTo>
                <a:lnTo>
                  <a:pt x="4283" y="105699"/>
                </a:lnTo>
                <a:lnTo>
                  <a:pt x="21271" y="169034"/>
                </a:lnTo>
                <a:lnTo>
                  <a:pt x="0" y="219377"/>
                </a:lnTo>
                <a:lnTo>
                  <a:pt x="22964" y="239420"/>
                </a:lnTo>
                <a:lnTo>
                  <a:pt x="8170" y="256463"/>
                </a:lnTo>
                <a:lnTo>
                  <a:pt x="13080" y="266396"/>
                </a:lnTo>
                <a:lnTo>
                  <a:pt x="49290" y="270144"/>
                </a:lnTo>
                <a:lnTo>
                  <a:pt x="90704" y="299972"/>
                </a:lnTo>
                <a:lnTo>
                  <a:pt x="136839" y="289042"/>
                </a:lnTo>
                <a:lnTo>
                  <a:pt x="134791" y="310970"/>
                </a:lnTo>
                <a:lnTo>
                  <a:pt x="159843" y="345097"/>
                </a:lnTo>
                <a:lnTo>
                  <a:pt x="168159" y="384138"/>
                </a:lnTo>
                <a:lnTo>
                  <a:pt x="189618" y="409222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389DDC-F39C-407C-9328-119BDA67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9885" y="2931175"/>
            <a:ext cx="458655" cy="532264"/>
          </a:xfrm>
          <a:custGeom xmlns:a="http://schemas.openxmlformats.org/drawingml/2006/main">
            <a:pathLst>
              <a:path w="458655" h="532264">
                <a:moveTo>
                  <a:pt x="66925" y="129509"/>
                </a:moveTo>
                <a:lnTo>
                  <a:pt x="99709" y="214439"/>
                </a:lnTo>
                <a:lnTo>
                  <a:pt x="79086" y="219277"/>
                </a:lnTo>
                <a:lnTo>
                  <a:pt x="94256" y="236844"/>
                </a:lnTo>
                <a:lnTo>
                  <a:pt x="117866" y="242451"/>
                </a:lnTo>
                <a:lnTo>
                  <a:pt x="103345" y="256765"/>
                </a:lnTo>
                <a:lnTo>
                  <a:pt x="91267" y="250207"/>
                </a:lnTo>
                <a:lnTo>
                  <a:pt x="60364" y="305822"/>
                </a:lnTo>
                <a:lnTo>
                  <a:pt x="0" y="341727"/>
                </a:lnTo>
                <a:lnTo>
                  <a:pt x="12934" y="354014"/>
                </a:lnTo>
                <a:lnTo>
                  <a:pt x="12955" y="393756"/>
                </a:lnTo>
                <a:lnTo>
                  <a:pt x="23924" y="407134"/>
                </a:lnTo>
                <a:lnTo>
                  <a:pt x="19808" y="454523"/>
                </a:lnTo>
                <a:lnTo>
                  <a:pt x="49938" y="491055"/>
                </a:lnTo>
                <a:lnTo>
                  <a:pt x="49332" y="508225"/>
                </a:lnTo>
                <a:lnTo>
                  <a:pt x="70958" y="512802"/>
                </a:lnTo>
                <a:lnTo>
                  <a:pt x="101819" y="461589"/>
                </a:lnTo>
                <a:lnTo>
                  <a:pt x="117699" y="500365"/>
                </a:lnTo>
                <a:lnTo>
                  <a:pt x="226350" y="532264"/>
                </a:lnTo>
                <a:lnTo>
                  <a:pt x="261578" y="530225"/>
                </a:lnTo>
                <a:lnTo>
                  <a:pt x="294550" y="513640"/>
                </a:lnTo>
                <a:lnTo>
                  <a:pt x="324805" y="521977"/>
                </a:lnTo>
                <a:lnTo>
                  <a:pt x="359197" y="497080"/>
                </a:lnTo>
                <a:lnTo>
                  <a:pt x="345553" y="461046"/>
                </a:lnTo>
                <a:lnTo>
                  <a:pt x="304935" y="441322"/>
                </a:lnTo>
                <a:lnTo>
                  <a:pt x="300651" y="410418"/>
                </a:lnTo>
                <a:lnTo>
                  <a:pt x="308926" y="393824"/>
                </a:lnTo>
                <a:lnTo>
                  <a:pt x="376060" y="383299"/>
                </a:lnTo>
                <a:lnTo>
                  <a:pt x="378546" y="370421"/>
                </a:lnTo>
                <a:lnTo>
                  <a:pt x="358424" y="358969"/>
                </a:lnTo>
                <a:lnTo>
                  <a:pt x="375913" y="339396"/>
                </a:lnTo>
                <a:lnTo>
                  <a:pt x="405291" y="335550"/>
                </a:lnTo>
                <a:lnTo>
                  <a:pt x="422278" y="311704"/>
                </a:lnTo>
                <a:lnTo>
                  <a:pt x="406231" y="283994"/>
                </a:lnTo>
                <a:lnTo>
                  <a:pt x="431848" y="212133"/>
                </a:lnTo>
                <a:lnTo>
                  <a:pt x="450088" y="219503"/>
                </a:lnTo>
                <a:lnTo>
                  <a:pt x="458634" y="210799"/>
                </a:lnTo>
                <a:lnTo>
                  <a:pt x="458655" y="110713"/>
                </a:lnTo>
                <a:lnTo>
                  <a:pt x="420356" y="105675"/>
                </a:lnTo>
                <a:lnTo>
                  <a:pt x="393255" y="133485"/>
                </a:lnTo>
                <a:lnTo>
                  <a:pt x="401341" y="137304"/>
                </a:lnTo>
                <a:lnTo>
                  <a:pt x="390226" y="152103"/>
                </a:lnTo>
                <a:lnTo>
                  <a:pt x="368161" y="139766"/>
                </a:lnTo>
                <a:lnTo>
                  <a:pt x="358027" y="153821"/>
                </a:lnTo>
                <a:lnTo>
                  <a:pt x="332850" y="154047"/>
                </a:lnTo>
                <a:lnTo>
                  <a:pt x="329527" y="108206"/>
                </a:lnTo>
                <a:lnTo>
                  <a:pt x="309071" y="97182"/>
                </a:lnTo>
                <a:lnTo>
                  <a:pt x="313710" y="62898"/>
                </a:lnTo>
                <a:lnTo>
                  <a:pt x="289682" y="53843"/>
                </a:lnTo>
                <a:lnTo>
                  <a:pt x="278921" y="71728"/>
                </a:lnTo>
                <a:lnTo>
                  <a:pt x="272632" y="67032"/>
                </a:lnTo>
                <a:lnTo>
                  <a:pt x="257421" y="37812"/>
                </a:lnTo>
                <a:lnTo>
                  <a:pt x="259990" y="23634"/>
                </a:lnTo>
                <a:lnTo>
                  <a:pt x="241227" y="0"/>
                </a:lnTo>
                <a:lnTo>
                  <a:pt x="221126" y="11872"/>
                </a:lnTo>
                <a:lnTo>
                  <a:pt x="219811" y="42893"/>
                </a:lnTo>
                <a:lnTo>
                  <a:pt x="200232" y="43389"/>
                </a:lnTo>
                <a:lnTo>
                  <a:pt x="179045" y="26140"/>
                </a:lnTo>
                <a:lnTo>
                  <a:pt x="151360" y="32461"/>
                </a:lnTo>
                <a:lnTo>
                  <a:pt x="136713" y="89390"/>
                </a:lnTo>
                <a:lnTo>
                  <a:pt x="106896" y="89164"/>
                </a:lnTo>
                <a:lnTo>
                  <a:pt x="96073" y="73513"/>
                </a:lnTo>
                <a:lnTo>
                  <a:pt x="86629" y="76336"/>
                </a:lnTo>
                <a:lnTo>
                  <a:pt x="81614" y="88215"/>
                </a:lnTo>
                <a:lnTo>
                  <a:pt x="91581" y="116812"/>
                </a:lnTo>
                <a:lnTo>
                  <a:pt x="66925" y="129509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9E402D-A008-4FAC-8AC6-961F8217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891" y="2584593"/>
            <a:ext cx="744660" cy="667403"/>
          </a:xfrm>
          <a:custGeom xmlns:a="http://schemas.openxmlformats.org/drawingml/2006/main">
            <a:pathLst>
              <a:path w="744660" h="667403">
                <a:moveTo>
                  <a:pt x="29524" y="428023"/>
                </a:moveTo>
                <a:lnTo>
                  <a:pt x="20352" y="434889"/>
                </a:lnTo>
                <a:lnTo>
                  <a:pt x="35458" y="455646"/>
                </a:lnTo>
                <a:lnTo>
                  <a:pt x="38132" y="510595"/>
                </a:lnTo>
                <a:lnTo>
                  <a:pt x="65359" y="502504"/>
                </a:lnTo>
                <a:lnTo>
                  <a:pt x="85814" y="515837"/>
                </a:lnTo>
                <a:lnTo>
                  <a:pt x="103261" y="559394"/>
                </a:lnTo>
                <a:lnTo>
                  <a:pt x="146888" y="561903"/>
                </a:lnTo>
                <a:lnTo>
                  <a:pt x="171690" y="605043"/>
                </a:lnTo>
                <a:lnTo>
                  <a:pt x="214922" y="587631"/>
                </a:lnTo>
                <a:lnTo>
                  <a:pt x="250923" y="594279"/>
                </a:lnTo>
                <a:lnTo>
                  <a:pt x="253367" y="613230"/>
                </a:lnTo>
                <a:lnTo>
                  <a:pt x="277898" y="598870"/>
                </a:lnTo>
                <a:lnTo>
                  <a:pt x="288533" y="615921"/>
                </a:lnTo>
                <a:lnTo>
                  <a:pt x="316511" y="626482"/>
                </a:lnTo>
                <a:lnTo>
                  <a:pt x="321274" y="667403"/>
                </a:lnTo>
                <a:lnTo>
                  <a:pt x="347037" y="644646"/>
                </a:lnTo>
                <a:lnTo>
                  <a:pt x="418142" y="636005"/>
                </a:lnTo>
                <a:lnTo>
                  <a:pt x="426520" y="615673"/>
                </a:lnTo>
                <a:lnTo>
                  <a:pt x="451363" y="613027"/>
                </a:lnTo>
                <a:lnTo>
                  <a:pt x="446725" y="605472"/>
                </a:lnTo>
                <a:lnTo>
                  <a:pt x="479822" y="619064"/>
                </a:lnTo>
                <a:lnTo>
                  <a:pt x="489893" y="599955"/>
                </a:lnTo>
                <a:lnTo>
                  <a:pt x="506651" y="631662"/>
                </a:lnTo>
                <a:lnTo>
                  <a:pt x="500361" y="641208"/>
                </a:lnTo>
                <a:lnTo>
                  <a:pt x="568059" y="638967"/>
                </a:lnTo>
                <a:lnTo>
                  <a:pt x="585339" y="602488"/>
                </a:lnTo>
                <a:lnTo>
                  <a:pt x="624015" y="582996"/>
                </a:lnTo>
                <a:lnTo>
                  <a:pt x="629092" y="552205"/>
                </a:lnTo>
                <a:lnTo>
                  <a:pt x="639790" y="546508"/>
                </a:lnTo>
                <a:lnTo>
                  <a:pt x="634379" y="517895"/>
                </a:lnTo>
                <a:lnTo>
                  <a:pt x="693301" y="515318"/>
                </a:lnTo>
                <a:lnTo>
                  <a:pt x="689603" y="491569"/>
                </a:lnTo>
                <a:lnTo>
                  <a:pt x="709410" y="463485"/>
                </a:lnTo>
                <a:lnTo>
                  <a:pt x="704125" y="444510"/>
                </a:lnTo>
                <a:lnTo>
                  <a:pt x="695746" y="445120"/>
                </a:lnTo>
                <a:lnTo>
                  <a:pt x="713443" y="411943"/>
                </a:lnTo>
                <a:lnTo>
                  <a:pt x="739290" y="409369"/>
                </a:lnTo>
                <a:lnTo>
                  <a:pt x="744660" y="374709"/>
                </a:lnTo>
                <a:lnTo>
                  <a:pt x="730744" y="359855"/>
                </a:lnTo>
                <a:lnTo>
                  <a:pt x="734484" y="329677"/>
                </a:lnTo>
                <a:lnTo>
                  <a:pt x="700468" y="303748"/>
                </a:lnTo>
                <a:lnTo>
                  <a:pt x="701366" y="285516"/>
                </a:lnTo>
                <a:lnTo>
                  <a:pt x="662189" y="211804"/>
                </a:lnTo>
                <a:lnTo>
                  <a:pt x="663860" y="177757"/>
                </a:lnTo>
                <a:lnTo>
                  <a:pt x="636802" y="136576"/>
                </a:lnTo>
                <a:lnTo>
                  <a:pt x="579050" y="132565"/>
                </a:lnTo>
                <a:lnTo>
                  <a:pt x="557173" y="158754"/>
                </a:lnTo>
                <a:lnTo>
                  <a:pt x="534022" y="163578"/>
                </a:lnTo>
                <a:lnTo>
                  <a:pt x="535777" y="134187"/>
                </a:lnTo>
                <a:lnTo>
                  <a:pt x="483039" y="85922"/>
                </a:lnTo>
                <a:lnTo>
                  <a:pt x="500904" y="54047"/>
                </a:lnTo>
                <a:lnTo>
                  <a:pt x="466408" y="60714"/>
                </a:lnTo>
                <a:lnTo>
                  <a:pt x="429341" y="34812"/>
                </a:lnTo>
                <a:lnTo>
                  <a:pt x="418622" y="8465"/>
                </a:lnTo>
                <a:lnTo>
                  <a:pt x="404643" y="0"/>
                </a:lnTo>
                <a:lnTo>
                  <a:pt x="389495" y="17585"/>
                </a:lnTo>
                <a:lnTo>
                  <a:pt x="365153" y="17540"/>
                </a:lnTo>
                <a:lnTo>
                  <a:pt x="361539" y="33754"/>
                </a:lnTo>
                <a:lnTo>
                  <a:pt x="324242" y="55217"/>
                </a:lnTo>
                <a:lnTo>
                  <a:pt x="353285" y="62920"/>
                </a:lnTo>
                <a:lnTo>
                  <a:pt x="361245" y="76550"/>
                </a:lnTo>
                <a:lnTo>
                  <a:pt x="369019" y="67606"/>
                </a:lnTo>
                <a:lnTo>
                  <a:pt x="380196" y="73936"/>
                </a:lnTo>
                <a:lnTo>
                  <a:pt x="403891" y="115978"/>
                </a:lnTo>
                <a:lnTo>
                  <a:pt x="374389" y="130153"/>
                </a:lnTo>
                <a:lnTo>
                  <a:pt x="386737" y="155103"/>
                </a:lnTo>
                <a:lnTo>
                  <a:pt x="378902" y="175482"/>
                </a:lnTo>
                <a:lnTo>
                  <a:pt x="358153" y="183980"/>
                </a:lnTo>
                <a:lnTo>
                  <a:pt x="369040" y="217419"/>
                </a:lnTo>
                <a:lnTo>
                  <a:pt x="322507" y="240558"/>
                </a:lnTo>
                <a:lnTo>
                  <a:pt x="321421" y="257723"/>
                </a:lnTo>
                <a:lnTo>
                  <a:pt x="307609" y="250685"/>
                </a:lnTo>
                <a:lnTo>
                  <a:pt x="290100" y="260114"/>
                </a:lnTo>
                <a:lnTo>
                  <a:pt x="290267" y="282042"/>
                </a:lnTo>
                <a:lnTo>
                  <a:pt x="270835" y="301536"/>
                </a:lnTo>
                <a:lnTo>
                  <a:pt x="281240" y="319001"/>
                </a:lnTo>
                <a:lnTo>
                  <a:pt x="276268" y="329022"/>
                </a:lnTo>
                <a:lnTo>
                  <a:pt x="255499" y="340962"/>
                </a:lnTo>
                <a:lnTo>
                  <a:pt x="239974" y="368207"/>
                </a:lnTo>
                <a:lnTo>
                  <a:pt x="200776" y="372971"/>
                </a:lnTo>
                <a:lnTo>
                  <a:pt x="191541" y="368072"/>
                </a:lnTo>
                <a:lnTo>
                  <a:pt x="194528" y="355272"/>
                </a:lnTo>
                <a:lnTo>
                  <a:pt x="170541" y="370916"/>
                </a:lnTo>
                <a:lnTo>
                  <a:pt x="159174" y="340781"/>
                </a:lnTo>
                <a:lnTo>
                  <a:pt x="164753" y="299122"/>
                </a:lnTo>
                <a:lnTo>
                  <a:pt x="154306" y="283666"/>
                </a:lnTo>
                <a:lnTo>
                  <a:pt x="133642" y="287163"/>
                </a:lnTo>
                <a:lnTo>
                  <a:pt x="123612" y="318619"/>
                </a:lnTo>
                <a:lnTo>
                  <a:pt x="113562" y="322658"/>
                </a:lnTo>
                <a:lnTo>
                  <a:pt x="72442" y="314895"/>
                </a:lnTo>
                <a:lnTo>
                  <a:pt x="59571" y="302258"/>
                </a:lnTo>
                <a:lnTo>
                  <a:pt x="11555" y="337915"/>
                </a:lnTo>
                <a:lnTo>
                  <a:pt x="0" y="368727"/>
                </a:lnTo>
                <a:lnTo>
                  <a:pt x="29524" y="428023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7CEA33-F4E0-427F-B82C-13EC2B8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331" y="2202871"/>
            <a:ext cx="635548" cy="559479"/>
          </a:xfrm>
          <a:custGeom xmlns:a="http://schemas.openxmlformats.org/drawingml/2006/main">
            <a:pathLst>
              <a:path w="635548" h="559479">
                <a:moveTo>
                  <a:pt x="300420" y="559479"/>
                </a:moveTo>
                <a:lnTo>
                  <a:pt x="348813" y="505633"/>
                </a:lnTo>
                <a:lnTo>
                  <a:pt x="357526" y="440116"/>
                </a:lnTo>
                <a:lnTo>
                  <a:pt x="418099" y="371433"/>
                </a:lnTo>
                <a:lnTo>
                  <a:pt x="411371" y="341494"/>
                </a:lnTo>
                <a:lnTo>
                  <a:pt x="421358" y="318739"/>
                </a:lnTo>
                <a:lnTo>
                  <a:pt x="408446" y="285549"/>
                </a:lnTo>
                <a:lnTo>
                  <a:pt x="416907" y="258418"/>
                </a:lnTo>
                <a:lnTo>
                  <a:pt x="396096" y="233722"/>
                </a:lnTo>
                <a:lnTo>
                  <a:pt x="417890" y="212019"/>
                </a:lnTo>
                <a:lnTo>
                  <a:pt x="434250" y="159388"/>
                </a:lnTo>
                <a:lnTo>
                  <a:pt x="499922" y="167750"/>
                </a:lnTo>
                <a:lnTo>
                  <a:pt x="513754" y="150667"/>
                </a:lnTo>
                <a:lnTo>
                  <a:pt x="501823" y="132080"/>
                </a:lnTo>
                <a:lnTo>
                  <a:pt x="566679" y="105541"/>
                </a:lnTo>
                <a:lnTo>
                  <a:pt x="585234" y="107788"/>
                </a:lnTo>
                <a:lnTo>
                  <a:pt x="635548" y="72089"/>
                </a:lnTo>
                <a:lnTo>
                  <a:pt x="616973" y="58454"/>
                </a:lnTo>
                <a:lnTo>
                  <a:pt x="630304" y="39970"/>
                </a:lnTo>
                <a:lnTo>
                  <a:pt x="614257" y="13157"/>
                </a:lnTo>
                <a:lnTo>
                  <a:pt x="582852" y="20073"/>
                </a:lnTo>
                <a:lnTo>
                  <a:pt x="577315" y="0"/>
                </a:lnTo>
                <a:lnTo>
                  <a:pt x="495639" y="30874"/>
                </a:lnTo>
                <a:lnTo>
                  <a:pt x="480845" y="53310"/>
                </a:lnTo>
                <a:lnTo>
                  <a:pt x="450172" y="55916"/>
                </a:lnTo>
                <a:lnTo>
                  <a:pt x="446265" y="38375"/>
                </a:lnTo>
                <a:lnTo>
                  <a:pt x="431283" y="42911"/>
                </a:lnTo>
                <a:lnTo>
                  <a:pt x="426498" y="29999"/>
                </a:lnTo>
                <a:lnTo>
                  <a:pt x="417701" y="39857"/>
                </a:lnTo>
                <a:lnTo>
                  <a:pt x="402574" y="35209"/>
                </a:lnTo>
                <a:lnTo>
                  <a:pt x="349816" y="73617"/>
                </a:lnTo>
                <a:lnTo>
                  <a:pt x="330906" y="58702"/>
                </a:lnTo>
                <a:lnTo>
                  <a:pt x="338490" y="42372"/>
                </a:lnTo>
                <a:lnTo>
                  <a:pt x="332577" y="34670"/>
                </a:lnTo>
                <a:lnTo>
                  <a:pt x="302218" y="49941"/>
                </a:lnTo>
                <a:lnTo>
                  <a:pt x="280905" y="91364"/>
                </a:lnTo>
                <a:lnTo>
                  <a:pt x="243233" y="110057"/>
                </a:lnTo>
                <a:lnTo>
                  <a:pt x="227437" y="137384"/>
                </a:lnTo>
                <a:lnTo>
                  <a:pt x="195134" y="150982"/>
                </a:lnTo>
                <a:lnTo>
                  <a:pt x="186545" y="132417"/>
                </a:lnTo>
                <a:lnTo>
                  <a:pt x="171794" y="127428"/>
                </a:lnTo>
                <a:lnTo>
                  <a:pt x="160512" y="139699"/>
                </a:lnTo>
                <a:lnTo>
                  <a:pt x="160678" y="171571"/>
                </a:lnTo>
                <a:lnTo>
                  <a:pt x="140495" y="192683"/>
                </a:lnTo>
                <a:lnTo>
                  <a:pt x="114397" y="200507"/>
                </a:lnTo>
                <a:lnTo>
                  <a:pt x="97159" y="183284"/>
                </a:lnTo>
                <a:lnTo>
                  <a:pt x="70038" y="218428"/>
                </a:lnTo>
                <a:lnTo>
                  <a:pt x="53594" y="330959"/>
                </a:lnTo>
                <a:lnTo>
                  <a:pt x="0" y="344937"/>
                </a:lnTo>
                <a:lnTo>
                  <a:pt x="1713" y="399262"/>
                </a:lnTo>
                <a:lnTo>
                  <a:pt x="26055" y="399307"/>
                </a:lnTo>
                <a:lnTo>
                  <a:pt x="41203" y="381722"/>
                </a:lnTo>
                <a:lnTo>
                  <a:pt x="55182" y="390187"/>
                </a:lnTo>
                <a:lnTo>
                  <a:pt x="65901" y="416534"/>
                </a:lnTo>
                <a:lnTo>
                  <a:pt x="102968" y="442436"/>
                </a:lnTo>
                <a:lnTo>
                  <a:pt x="137464" y="435769"/>
                </a:lnTo>
                <a:lnTo>
                  <a:pt x="119600" y="467643"/>
                </a:lnTo>
                <a:lnTo>
                  <a:pt x="172337" y="515909"/>
                </a:lnTo>
                <a:lnTo>
                  <a:pt x="170582" y="545300"/>
                </a:lnTo>
                <a:lnTo>
                  <a:pt x="193733" y="540476"/>
                </a:lnTo>
                <a:lnTo>
                  <a:pt x="215610" y="514287"/>
                </a:lnTo>
                <a:lnTo>
                  <a:pt x="267888" y="516089"/>
                </a:lnTo>
                <a:lnTo>
                  <a:pt x="300420" y="559479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0807F-E5FA-4A11-9409-5C983A95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817" y="1485900"/>
            <a:ext cx="542652" cy="635922"/>
          </a:xfrm>
          <a:custGeom xmlns:a="http://schemas.openxmlformats.org/drawingml/2006/main">
            <a:pathLst>
              <a:path w="542652" h="635922">
                <a:moveTo>
                  <a:pt x="540144" y="635922"/>
                </a:moveTo>
                <a:lnTo>
                  <a:pt x="542652" y="608551"/>
                </a:lnTo>
                <a:lnTo>
                  <a:pt x="523826" y="587286"/>
                </a:lnTo>
                <a:lnTo>
                  <a:pt x="506817" y="528083"/>
                </a:lnTo>
                <a:lnTo>
                  <a:pt x="507445" y="508646"/>
                </a:lnTo>
                <a:lnTo>
                  <a:pt x="532935" y="480404"/>
                </a:lnTo>
                <a:lnTo>
                  <a:pt x="528297" y="446567"/>
                </a:lnTo>
                <a:lnTo>
                  <a:pt x="513483" y="424834"/>
                </a:lnTo>
                <a:lnTo>
                  <a:pt x="528673" y="377931"/>
                </a:lnTo>
                <a:lnTo>
                  <a:pt x="513629" y="373609"/>
                </a:lnTo>
                <a:lnTo>
                  <a:pt x="515572" y="362861"/>
                </a:lnTo>
                <a:lnTo>
                  <a:pt x="493277" y="359345"/>
                </a:lnTo>
                <a:lnTo>
                  <a:pt x="481953" y="329567"/>
                </a:lnTo>
                <a:lnTo>
                  <a:pt x="485589" y="299864"/>
                </a:lnTo>
                <a:lnTo>
                  <a:pt x="445283" y="276366"/>
                </a:lnTo>
                <a:lnTo>
                  <a:pt x="416428" y="289434"/>
                </a:lnTo>
                <a:lnTo>
                  <a:pt x="393485" y="316405"/>
                </a:lnTo>
                <a:lnTo>
                  <a:pt x="347476" y="318889"/>
                </a:lnTo>
                <a:lnTo>
                  <a:pt x="331972" y="285764"/>
                </a:lnTo>
                <a:lnTo>
                  <a:pt x="315863" y="274664"/>
                </a:lnTo>
                <a:lnTo>
                  <a:pt x="335921" y="231103"/>
                </a:lnTo>
                <a:lnTo>
                  <a:pt x="298081" y="156498"/>
                </a:lnTo>
                <a:lnTo>
                  <a:pt x="317596" y="147466"/>
                </a:lnTo>
                <a:lnTo>
                  <a:pt x="346055" y="74807"/>
                </a:lnTo>
                <a:lnTo>
                  <a:pt x="321692" y="42614"/>
                </a:lnTo>
                <a:lnTo>
                  <a:pt x="240078" y="31110"/>
                </a:lnTo>
                <a:lnTo>
                  <a:pt x="211954" y="76774"/>
                </a:lnTo>
                <a:lnTo>
                  <a:pt x="189911" y="65646"/>
                </a:lnTo>
                <a:lnTo>
                  <a:pt x="197578" y="51394"/>
                </a:lnTo>
                <a:lnTo>
                  <a:pt x="185439" y="24767"/>
                </a:lnTo>
                <a:lnTo>
                  <a:pt x="189868" y="8755"/>
                </a:lnTo>
                <a:lnTo>
                  <a:pt x="170875" y="7728"/>
                </a:lnTo>
                <a:lnTo>
                  <a:pt x="169538" y="21953"/>
                </a:lnTo>
                <a:lnTo>
                  <a:pt x="148267" y="33836"/>
                </a:lnTo>
                <a:lnTo>
                  <a:pt x="116049" y="5538"/>
                </a:lnTo>
                <a:lnTo>
                  <a:pt x="81991" y="10541"/>
                </a:lnTo>
                <a:lnTo>
                  <a:pt x="50503" y="0"/>
                </a:lnTo>
                <a:lnTo>
                  <a:pt x="55642" y="48958"/>
                </a:lnTo>
                <a:lnTo>
                  <a:pt x="1735" y="61112"/>
                </a:lnTo>
                <a:lnTo>
                  <a:pt x="0" y="86226"/>
                </a:lnTo>
                <a:lnTo>
                  <a:pt x="38091" y="106382"/>
                </a:lnTo>
                <a:lnTo>
                  <a:pt x="25513" y="126744"/>
                </a:lnTo>
                <a:lnTo>
                  <a:pt x="45362" y="134746"/>
                </a:lnTo>
                <a:lnTo>
                  <a:pt x="40807" y="140938"/>
                </a:lnTo>
                <a:lnTo>
                  <a:pt x="67949" y="169511"/>
                </a:lnTo>
                <a:lnTo>
                  <a:pt x="90954" y="169645"/>
                </a:lnTo>
                <a:lnTo>
                  <a:pt x="96324" y="198916"/>
                </a:lnTo>
                <a:lnTo>
                  <a:pt x="87381" y="236271"/>
                </a:lnTo>
                <a:lnTo>
                  <a:pt x="94778" y="261799"/>
                </a:lnTo>
                <a:lnTo>
                  <a:pt x="86942" y="312286"/>
                </a:lnTo>
                <a:lnTo>
                  <a:pt x="67030" y="347231"/>
                </a:lnTo>
                <a:lnTo>
                  <a:pt x="97870" y="379700"/>
                </a:lnTo>
                <a:lnTo>
                  <a:pt x="159363" y="404965"/>
                </a:lnTo>
                <a:lnTo>
                  <a:pt x="169183" y="416434"/>
                </a:lnTo>
                <a:lnTo>
                  <a:pt x="162162" y="436327"/>
                </a:lnTo>
                <a:lnTo>
                  <a:pt x="171439" y="454253"/>
                </a:lnTo>
                <a:lnTo>
                  <a:pt x="208862" y="457479"/>
                </a:lnTo>
                <a:lnTo>
                  <a:pt x="228231" y="480695"/>
                </a:lnTo>
                <a:lnTo>
                  <a:pt x="283121" y="482825"/>
                </a:lnTo>
                <a:lnTo>
                  <a:pt x="289160" y="494032"/>
                </a:lnTo>
                <a:lnTo>
                  <a:pt x="315863" y="478925"/>
                </a:lnTo>
                <a:lnTo>
                  <a:pt x="317555" y="498918"/>
                </a:lnTo>
                <a:lnTo>
                  <a:pt x="340727" y="508579"/>
                </a:lnTo>
                <a:lnTo>
                  <a:pt x="329152" y="537971"/>
                </a:lnTo>
                <a:lnTo>
                  <a:pt x="354664" y="563556"/>
                </a:lnTo>
                <a:lnTo>
                  <a:pt x="382704" y="555057"/>
                </a:lnTo>
                <a:lnTo>
                  <a:pt x="396202" y="563333"/>
                </a:lnTo>
                <a:lnTo>
                  <a:pt x="434794" y="559744"/>
                </a:lnTo>
                <a:lnTo>
                  <a:pt x="480783" y="587644"/>
                </a:lnTo>
                <a:lnTo>
                  <a:pt x="469312" y="606912"/>
                </a:lnTo>
                <a:lnTo>
                  <a:pt x="476144" y="619386"/>
                </a:lnTo>
                <a:lnTo>
                  <a:pt x="501447" y="616357"/>
                </a:lnTo>
                <a:lnTo>
                  <a:pt x="540144" y="635922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443F41-B822-497A-AF05-31456E5B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817" y="2121822"/>
            <a:ext cx="655294" cy="835741"/>
          </a:xfrm>
          <a:custGeom xmlns:a="http://schemas.openxmlformats.org/drawingml/2006/main">
            <a:pathLst>
              <a:path w="655294" h="835741">
                <a:moveTo>
                  <a:pt x="526144" y="0"/>
                </a:moveTo>
                <a:lnTo>
                  <a:pt x="506232" y="16717"/>
                </a:lnTo>
                <a:lnTo>
                  <a:pt x="493236" y="12229"/>
                </a:lnTo>
                <a:lnTo>
                  <a:pt x="462583" y="107072"/>
                </a:lnTo>
                <a:lnTo>
                  <a:pt x="435943" y="132921"/>
                </a:lnTo>
                <a:lnTo>
                  <a:pt x="390748" y="155181"/>
                </a:lnTo>
                <a:lnTo>
                  <a:pt x="372569" y="139390"/>
                </a:lnTo>
                <a:lnTo>
                  <a:pt x="329401" y="148060"/>
                </a:lnTo>
                <a:lnTo>
                  <a:pt x="324784" y="204206"/>
                </a:lnTo>
                <a:lnTo>
                  <a:pt x="273989" y="180680"/>
                </a:lnTo>
                <a:lnTo>
                  <a:pt x="237216" y="176973"/>
                </a:lnTo>
                <a:lnTo>
                  <a:pt x="210700" y="196341"/>
                </a:lnTo>
                <a:lnTo>
                  <a:pt x="192668" y="159427"/>
                </a:lnTo>
                <a:lnTo>
                  <a:pt x="166111" y="143950"/>
                </a:lnTo>
                <a:lnTo>
                  <a:pt x="151381" y="120008"/>
                </a:lnTo>
                <a:lnTo>
                  <a:pt x="119036" y="159607"/>
                </a:lnTo>
                <a:lnTo>
                  <a:pt x="106729" y="157090"/>
                </a:lnTo>
                <a:lnTo>
                  <a:pt x="98789" y="176973"/>
                </a:lnTo>
                <a:lnTo>
                  <a:pt x="90891" y="175446"/>
                </a:lnTo>
                <a:lnTo>
                  <a:pt x="107481" y="185241"/>
                </a:lnTo>
                <a:lnTo>
                  <a:pt x="101631" y="217915"/>
                </a:lnTo>
                <a:lnTo>
                  <a:pt x="61284" y="264895"/>
                </a:lnTo>
                <a:lnTo>
                  <a:pt x="41517" y="307640"/>
                </a:lnTo>
                <a:lnTo>
                  <a:pt x="0" y="343582"/>
                </a:lnTo>
                <a:lnTo>
                  <a:pt x="23569" y="342953"/>
                </a:lnTo>
                <a:lnTo>
                  <a:pt x="23214" y="356631"/>
                </a:lnTo>
                <a:lnTo>
                  <a:pt x="52988" y="361445"/>
                </a:lnTo>
                <a:lnTo>
                  <a:pt x="48266" y="370940"/>
                </a:lnTo>
                <a:lnTo>
                  <a:pt x="90494" y="367385"/>
                </a:lnTo>
                <a:lnTo>
                  <a:pt x="82909" y="390673"/>
                </a:lnTo>
                <a:lnTo>
                  <a:pt x="95655" y="388379"/>
                </a:lnTo>
                <a:lnTo>
                  <a:pt x="144590" y="454485"/>
                </a:lnTo>
                <a:lnTo>
                  <a:pt x="175263" y="564305"/>
                </a:lnTo>
                <a:lnTo>
                  <a:pt x="148873" y="621118"/>
                </a:lnTo>
                <a:lnTo>
                  <a:pt x="160846" y="646660"/>
                </a:lnTo>
                <a:lnTo>
                  <a:pt x="140014" y="652387"/>
                </a:lnTo>
                <a:lnTo>
                  <a:pt x="154431" y="666750"/>
                </a:lnTo>
                <a:lnTo>
                  <a:pt x="149897" y="681181"/>
                </a:lnTo>
                <a:lnTo>
                  <a:pt x="169768" y="700216"/>
                </a:lnTo>
                <a:lnTo>
                  <a:pt x="186379" y="685307"/>
                </a:lnTo>
                <a:lnTo>
                  <a:pt x="195280" y="712553"/>
                </a:lnTo>
                <a:lnTo>
                  <a:pt x="247642" y="726516"/>
                </a:lnTo>
                <a:lnTo>
                  <a:pt x="216654" y="774460"/>
                </a:lnTo>
                <a:lnTo>
                  <a:pt x="225660" y="779402"/>
                </a:lnTo>
                <a:lnTo>
                  <a:pt x="240934" y="762546"/>
                </a:lnTo>
                <a:lnTo>
                  <a:pt x="247516" y="777665"/>
                </a:lnTo>
                <a:lnTo>
                  <a:pt x="288636" y="785428"/>
                </a:lnTo>
                <a:lnTo>
                  <a:pt x="298687" y="781389"/>
                </a:lnTo>
                <a:lnTo>
                  <a:pt x="308716" y="749933"/>
                </a:lnTo>
                <a:lnTo>
                  <a:pt x="329381" y="746437"/>
                </a:lnTo>
                <a:lnTo>
                  <a:pt x="339828" y="761892"/>
                </a:lnTo>
                <a:lnTo>
                  <a:pt x="334249" y="803551"/>
                </a:lnTo>
                <a:lnTo>
                  <a:pt x="345616" y="833686"/>
                </a:lnTo>
                <a:lnTo>
                  <a:pt x="369603" y="818042"/>
                </a:lnTo>
                <a:lnTo>
                  <a:pt x="366615" y="830842"/>
                </a:lnTo>
                <a:lnTo>
                  <a:pt x="375851" y="835741"/>
                </a:lnTo>
                <a:lnTo>
                  <a:pt x="422654" y="823618"/>
                </a:lnTo>
                <a:lnTo>
                  <a:pt x="456315" y="781772"/>
                </a:lnTo>
                <a:lnTo>
                  <a:pt x="445909" y="764306"/>
                </a:lnTo>
                <a:lnTo>
                  <a:pt x="465341" y="744812"/>
                </a:lnTo>
                <a:lnTo>
                  <a:pt x="468664" y="718057"/>
                </a:lnTo>
                <a:lnTo>
                  <a:pt x="496495" y="720493"/>
                </a:lnTo>
                <a:lnTo>
                  <a:pt x="497581" y="703328"/>
                </a:lnTo>
                <a:lnTo>
                  <a:pt x="544114" y="680189"/>
                </a:lnTo>
                <a:lnTo>
                  <a:pt x="533228" y="646751"/>
                </a:lnTo>
                <a:lnTo>
                  <a:pt x="553976" y="638252"/>
                </a:lnTo>
                <a:lnTo>
                  <a:pt x="561811" y="617873"/>
                </a:lnTo>
                <a:lnTo>
                  <a:pt x="549463" y="592923"/>
                </a:lnTo>
                <a:lnTo>
                  <a:pt x="578965" y="578749"/>
                </a:lnTo>
                <a:lnTo>
                  <a:pt x="555271" y="536706"/>
                </a:lnTo>
                <a:lnTo>
                  <a:pt x="544093" y="530377"/>
                </a:lnTo>
                <a:lnTo>
                  <a:pt x="536320" y="539320"/>
                </a:lnTo>
                <a:lnTo>
                  <a:pt x="528360" y="525691"/>
                </a:lnTo>
                <a:lnTo>
                  <a:pt x="499316" y="517987"/>
                </a:lnTo>
                <a:lnTo>
                  <a:pt x="536613" y="496524"/>
                </a:lnTo>
                <a:lnTo>
                  <a:pt x="538514" y="425985"/>
                </a:lnTo>
                <a:lnTo>
                  <a:pt x="592109" y="412008"/>
                </a:lnTo>
                <a:lnTo>
                  <a:pt x="604561" y="309799"/>
                </a:lnTo>
                <a:lnTo>
                  <a:pt x="635673" y="264332"/>
                </a:lnTo>
                <a:lnTo>
                  <a:pt x="607988" y="218320"/>
                </a:lnTo>
                <a:lnTo>
                  <a:pt x="617558" y="185241"/>
                </a:lnTo>
                <a:lnTo>
                  <a:pt x="645452" y="168121"/>
                </a:lnTo>
                <a:lnTo>
                  <a:pt x="655294" y="117290"/>
                </a:lnTo>
                <a:lnTo>
                  <a:pt x="641169" y="70361"/>
                </a:lnTo>
                <a:lnTo>
                  <a:pt x="597394" y="46948"/>
                </a:lnTo>
                <a:lnTo>
                  <a:pt x="568644" y="16178"/>
                </a:lnTo>
                <a:lnTo>
                  <a:pt x="556838" y="19230"/>
                </a:lnTo>
                <a:lnTo>
                  <a:pt x="526144" y="0"/>
                </a:lnTo>
              </a:path>
            </a:pathLst>
          </a:custGeom>
          <a:solidFill xmlns:a="http://schemas.openxmlformats.org/drawingml/2006/main">
            <a:srgbClr val="EEF1EF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5966CB-DADE-4CD8-9146-125AB1F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8494" y="1485900"/>
            <a:ext cx="1858811" cy="2247900"/>
          </a:xfrm>
          <a:custGeom xmlns:a="http://schemas.openxmlformats.org/drawingml/2006/main">
            <a:pathLst>
              <a:path w="1858811" h="2247900">
                <a:moveTo>
                  <a:pt x="413476" y="1260413"/>
                </a:moveTo>
                <a:lnTo>
                  <a:pt x="598210" y="1414288"/>
                </a:lnTo>
                <a:lnTo>
                  <a:pt x="599265" y="1362266"/>
                </a:lnTo>
                <a:lnTo>
                  <a:pt x="637512" y="1321534"/>
                </a:lnTo>
                <a:lnTo>
                  <a:pt x="654998" y="1377195"/>
                </a:lnTo>
                <a:lnTo>
                  <a:pt x="686852" y="1394401"/>
                </a:lnTo>
                <a:lnTo>
                  <a:pt x="653943" y="1450474"/>
                </a:lnTo>
                <a:lnTo>
                  <a:pt x="689493" y="1476576"/>
                </a:lnTo>
                <a:lnTo>
                  <a:pt x="706503" y="1439989"/>
                </a:lnTo>
                <a:lnTo>
                  <a:pt x="754259" y="1431894"/>
                </a:lnTo>
                <a:lnTo>
                  <a:pt x="804127" y="1476348"/>
                </a:lnTo>
                <a:lnTo>
                  <a:pt x="775496" y="1534823"/>
                </a:lnTo>
                <a:lnTo>
                  <a:pt x="830700" y="1459875"/>
                </a:lnTo>
                <a:lnTo>
                  <a:pt x="858802" y="1514361"/>
                </a:lnTo>
                <a:lnTo>
                  <a:pt x="961975" y="1584819"/>
                </a:lnTo>
                <a:lnTo>
                  <a:pt x="908513" y="1669943"/>
                </a:lnTo>
                <a:lnTo>
                  <a:pt x="864138" y="1663500"/>
                </a:lnTo>
                <a:lnTo>
                  <a:pt x="764349" y="1722979"/>
                </a:lnTo>
                <a:lnTo>
                  <a:pt x="862870" y="1888526"/>
                </a:lnTo>
                <a:lnTo>
                  <a:pt x="931810" y="1867131"/>
                </a:lnTo>
                <a:lnTo>
                  <a:pt x="993090" y="2027952"/>
                </a:lnTo>
                <a:lnTo>
                  <a:pt x="1008989" y="2039823"/>
                </a:lnTo>
                <a:lnTo>
                  <a:pt x="1036196" y="1994615"/>
                </a:lnTo>
                <a:lnTo>
                  <a:pt x="1096947" y="2017504"/>
                </a:lnTo>
                <a:lnTo>
                  <a:pt x="1085217" y="2104163"/>
                </a:lnTo>
                <a:lnTo>
                  <a:pt x="1136935" y="2132027"/>
                </a:lnTo>
                <a:lnTo>
                  <a:pt x="1145336" y="2247900"/>
                </a:lnTo>
                <a:lnTo>
                  <a:pt x="1208991" y="2247327"/>
                </a:lnTo>
                <a:lnTo>
                  <a:pt x="1234612" y="2211801"/>
                </a:lnTo>
                <a:lnTo>
                  <a:pt x="1290398" y="2242986"/>
                </a:lnTo>
                <a:lnTo>
                  <a:pt x="1318500" y="2205578"/>
                </a:lnTo>
                <a:lnTo>
                  <a:pt x="1298057" y="2195925"/>
                </a:lnTo>
                <a:lnTo>
                  <a:pt x="1366574" y="2125631"/>
                </a:lnTo>
                <a:lnTo>
                  <a:pt x="1301174" y="2123517"/>
                </a:lnTo>
                <a:lnTo>
                  <a:pt x="1303498" y="2022357"/>
                </a:lnTo>
                <a:lnTo>
                  <a:pt x="1231073" y="1966479"/>
                </a:lnTo>
                <a:lnTo>
                  <a:pt x="1329013" y="1841512"/>
                </a:lnTo>
                <a:lnTo>
                  <a:pt x="1393302" y="1829360"/>
                </a:lnTo>
                <a:lnTo>
                  <a:pt x="1415279" y="1858116"/>
                </a:lnTo>
                <a:lnTo>
                  <a:pt x="1403553" y="1974811"/>
                </a:lnTo>
                <a:lnTo>
                  <a:pt x="1445496" y="1965053"/>
                </a:lnTo>
                <a:lnTo>
                  <a:pt x="1450832" y="1988395"/>
                </a:lnTo>
                <a:lnTo>
                  <a:pt x="1499327" y="1966649"/>
                </a:lnTo>
                <a:lnTo>
                  <a:pt x="1485538" y="1995644"/>
                </a:lnTo>
                <a:lnTo>
                  <a:pt x="1524472" y="1989479"/>
                </a:lnTo>
                <a:lnTo>
                  <a:pt x="1476927" y="1939826"/>
                </a:lnTo>
                <a:lnTo>
                  <a:pt x="1523204" y="1886474"/>
                </a:lnTo>
                <a:lnTo>
                  <a:pt x="1522675" y="1926759"/>
                </a:lnTo>
                <a:lnTo>
                  <a:pt x="1544652" y="1924932"/>
                </a:lnTo>
                <a:lnTo>
                  <a:pt x="1576824" y="1842597"/>
                </a:lnTo>
                <a:lnTo>
                  <a:pt x="1508678" y="1752354"/>
                </a:lnTo>
                <a:lnTo>
                  <a:pt x="1399061" y="1748189"/>
                </a:lnTo>
                <a:lnTo>
                  <a:pt x="1391032" y="1667321"/>
                </a:lnTo>
                <a:lnTo>
                  <a:pt x="1449880" y="1619766"/>
                </a:lnTo>
                <a:lnTo>
                  <a:pt x="1507725" y="1721155"/>
                </a:lnTo>
                <a:lnTo>
                  <a:pt x="1530599" y="1637270"/>
                </a:lnTo>
                <a:lnTo>
                  <a:pt x="1551677" y="1634876"/>
                </a:lnTo>
                <a:lnTo>
                  <a:pt x="1550040" y="1685398"/>
                </a:lnTo>
                <a:lnTo>
                  <a:pt x="1565466" y="1653064"/>
                </a:lnTo>
                <a:lnTo>
                  <a:pt x="1596843" y="1677698"/>
                </a:lnTo>
                <a:lnTo>
                  <a:pt x="1639476" y="1644342"/>
                </a:lnTo>
                <a:lnTo>
                  <a:pt x="1641747" y="1611613"/>
                </a:lnTo>
                <a:lnTo>
                  <a:pt x="1612429" y="1634078"/>
                </a:lnTo>
                <a:lnTo>
                  <a:pt x="1589290" y="1606825"/>
                </a:lnTo>
                <a:lnTo>
                  <a:pt x="1656168" y="1569654"/>
                </a:lnTo>
                <a:lnTo>
                  <a:pt x="1554318" y="1484325"/>
                </a:lnTo>
                <a:lnTo>
                  <a:pt x="1513485" y="1515729"/>
                </a:lnTo>
                <a:lnTo>
                  <a:pt x="1492037" y="1481533"/>
                </a:lnTo>
                <a:lnTo>
                  <a:pt x="1543384" y="1351442"/>
                </a:lnTo>
                <a:lnTo>
                  <a:pt x="1620351" y="1332017"/>
                </a:lnTo>
                <a:lnTo>
                  <a:pt x="1626269" y="1301025"/>
                </a:lnTo>
                <a:lnTo>
                  <a:pt x="1587811" y="1253578"/>
                </a:lnTo>
                <a:lnTo>
                  <a:pt x="1643597" y="1118336"/>
                </a:lnTo>
                <a:lnTo>
                  <a:pt x="1693094" y="1041827"/>
                </a:lnTo>
                <a:lnTo>
                  <a:pt x="1795157" y="1005228"/>
                </a:lnTo>
                <a:lnTo>
                  <a:pt x="1784485" y="925386"/>
                </a:lnTo>
                <a:lnTo>
                  <a:pt x="1858811" y="779410"/>
                </a:lnTo>
                <a:lnTo>
                  <a:pt x="1830920" y="753417"/>
                </a:lnTo>
                <a:lnTo>
                  <a:pt x="1856380" y="745056"/>
                </a:lnTo>
                <a:lnTo>
                  <a:pt x="1827644" y="709005"/>
                </a:lnTo>
                <a:lnTo>
                  <a:pt x="1693147" y="699905"/>
                </a:lnTo>
                <a:lnTo>
                  <a:pt x="1682793" y="643954"/>
                </a:lnTo>
                <a:lnTo>
                  <a:pt x="1585751" y="635883"/>
                </a:lnTo>
                <a:lnTo>
                  <a:pt x="1615968" y="511737"/>
                </a:lnTo>
                <a:lnTo>
                  <a:pt x="1602232" y="478492"/>
                </a:lnTo>
                <a:lnTo>
                  <a:pt x="1479568" y="571815"/>
                </a:lnTo>
                <a:lnTo>
                  <a:pt x="1417129" y="533165"/>
                </a:lnTo>
                <a:lnTo>
                  <a:pt x="1272488" y="251712"/>
                </a:lnTo>
                <a:lnTo>
                  <a:pt x="1235088" y="301804"/>
                </a:lnTo>
                <a:lnTo>
                  <a:pt x="1207247" y="310778"/>
                </a:lnTo>
                <a:lnTo>
                  <a:pt x="1189708" y="272838"/>
                </a:lnTo>
                <a:lnTo>
                  <a:pt x="1137780" y="340542"/>
                </a:lnTo>
                <a:lnTo>
                  <a:pt x="1085536" y="334804"/>
                </a:lnTo>
                <a:lnTo>
                  <a:pt x="1160181" y="271417"/>
                </a:lnTo>
                <a:lnTo>
                  <a:pt x="1072433" y="238593"/>
                </a:lnTo>
                <a:lnTo>
                  <a:pt x="1040898" y="90298"/>
                </a:lnTo>
                <a:lnTo>
                  <a:pt x="997896" y="64527"/>
                </a:lnTo>
                <a:lnTo>
                  <a:pt x="968524" y="0"/>
                </a:lnTo>
                <a:lnTo>
                  <a:pt x="924467" y="4198"/>
                </a:lnTo>
                <a:lnTo>
                  <a:pt x="902175" y="72586"/>
                </a:lnTo>
                <a:lnTo>
                  <a:pt x="917440" y="195496"/>
                </a:lnTo>
                <a:lnTo>
                  <a:pt x="886273" y="181356"/>
                </a:lnTo>
                <a:lnTo>
                  <a:pt x="745121" y="248362"/>
                </a:lnTo>
                <a:lnTo>
                  <a:pt x="731703" y="178120"/>
                </a:lnTo>
                <a:lnTo>
                  <a:pt x="677185" y="202818"/>
                </a:lnTo>
                <a:lnTo>
                  <a:pt x="657269" y="130828"/>
                </a:lnTo>
                <a:lnTo>
                  <a:pt x="565404" y="130372"/>
                </a:lnTo>
                <a:lnTo>
                  <a:pt x="525044" y="90070"/>
                </a:lnTo>
                <a:lnTo>
                  <a:pt x="431753" y="98243"/>
                </a:lnTo>
                <a:lnTo>
                  <a:pt x="398789" y="41200"/>
                </a:lnTo>
                <a:lnTo>
                  <a:pt x="335026" y="173066"/>
                </a:lnTo>
                <a:lnTo>
                  <a:pt x="226099" y="171420"/>
                </a:lnTo>
                <a:lnTo>
                  <a:pt x="196145" y="256141"/>
                </a:lnTo>
                <a:lnTo>
                  <a:pt x="149500" y="222807"/>
                </a:lnTo>
                <a:lnTo>
                  <a:pt x="0" y="317651"/>
                </a:lnTo>
                <a:lnTo>
                  <a:pt x="57898" y="382806"/>
                </a:lnTo>
                <a:lnTo>
                  <a:pt x="109035" y="384341"/>
                </a:lnTo>
                <a:lnTo>
                  <a:pt x="139199" y="347301"/>
                </a:lnTo>
                <a:lnTo>
                  <a:pt x="184208" y="380535"/>
                </a:lnTo>
                <a:lnTo>
                  <a:pt x="225200" y="357073"/>
                </a:lnTo>
                <a:lnTo>
                  <a:pt x="279191" y="420589"/>
                </a:lnTo>
                <a:lnTo>
                  <a:pt x="260119" y="530493"/>
                </a:lnTo>
                <a:lnTo>
                  <a:pt x="166562" y="719809"/>
                </a:lnTo>
                <a:lnTo>
                  <a:pt x="215323" y="754498"/>
                </a:lnTo>
                <a:lnTo>
                  <a:pt x="178291" y="764282"/>
                </a:lnTo>
                <a:lnTo>
                  <a:pt x="210884" y="772926"/>
                </a:lnTo>
                <a:lnTo>
                  <a:pt x="224989" y="832308"/>
                </a:lnTo>
                <a:lnTo>
                  <a:pt x="176599" y="844940"/>
                </a:lnTo>
                <a:lnTo>
                  <a:pt x="94930" y="965449"/>
                </a:lnTo>
                <a:lnTo>
                  <a:pt x="281885" y="978709"/>
                </a:lnTo>
                <a:lnTo>
                  <a:pt x="335240" y="911107"/>
                </a:lnTo>
                <a:lnTo>
                  <a:pt x="370790" y="1028623"/>
                </a:lnTo>
                <a:lnTo>
                  <a:pt x="417385" y="1061976"/>
                </a:lnTo>
                <a:lnTo>
                  <a:pt x="396834" y="1120274"/>
                </a:lnTo>
                <a:lnTo>
                  <a:pt x="322613" y="1121470"/>
                </a:lnTo>
                <a:lnTo>
                  <a:pt x="347337" y="1202665"/>
                </a:lnTo>
                <a:lnTo>
                  <a:pt x="409618" y="1213086"/>
                </a:lnTo>
                <a:lnTo>
                  <a:pt x="413476" y="1260413"/>
                </a:lnTo>
              </a:path>
            </a:pathLst>
          </a:custGeom>
          <a:solidFill xmlns:a="http://schemas.openxmlformats.org/drawingml/2006/main">
            <a:srgbClr val="81968A"/>
          </a:solidFill>
          <a:ln xmlns:a="http://schemas.openxmlformats.org/drawingml/2006/main" w="6350">
            <a:solidFill>
              <a:srgbClr val="65736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F4AFCA-D490-4B3A-853F-2486500B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122" y="259887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035A92-F794-4DB2-BB36-B029A708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222" y="2408374"/>
            <a:ext cx="292100" cy="228600"/>
          </a:xfrm>
          <a:custGeom xmlns:a="http://schemas.openxmlformats.org/drawingml/2006/main">
            <a:pathLst>
              <a:path w="292100" h="228600">
                <a:moveTo>
                  <a:pt x="0" y="228600"/>
                </a:moveTo>
                <a:lnTo>
                  <a:pt x="292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700">
            <a:solidFill>
              <a:srgbClr val="345A60"/>
            </a:solidFill>
            <a:prstDash val="solid"/>
          </a:ln>
        </p:spPr>
      </p:sp>
      <p:sp>
        <p:nvSpPr>
          <p:cNvPr id="4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BFB9080-9749-4213-B104-237F78D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022" y="2294074"/>
            <a:ext cx="101600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4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BB92905-452B-4924-B54D-D03F34D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48100"/>
            <a:ext cx="9931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行政区划底图：阿里云DataV GeoAtlas。项目位于湖南省郴州市桂阳县。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6A8890-7F22-4385-857C-E28AAA47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656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853E34-7A41-4F14-B427-09BE219959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0f1c1dff44513"/>
          <a:stretch xmlns:a="http://schemas.openxmlformats.org/drawingml/2006/main"/>
        </p:blipFill>
        <p:spPr>
          <a:xfrm xmlns:a="http://schemas.openxmlformats.org/drawingml/2006/main">
            <a:off x="1343616" y="4343400"/>
            <a:ext cx="3027768" cy="2590800"/>
          </a:xfrm>
          <a:prstGeom xmlns:a="http://schemas.openxmlformats.org/drawingml/2006/main" prst="rect">
            <a:avLst/>
          </a:prstGeom>
        </p:spPr>
      </p:pic>
      <p:sp>
        <p:nvSpPr>
          <p:cNvPr id="4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5AECC74-C948-4AC4-A918-518AF73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4343400"/>
            <a:ext cx="46609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分散村落环境中的乡村校园。</a:t>
            </a:r>
          </a:p>
        </p:txBody>
      </p:sp>
      <p:sp>
        <p:nvSpPr>
          <p:cNvPr id="4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FA2AFB4-26B5-4764-A4BF-EBB66A7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4574794"/>
            <a:ext cx="4660900" cy="34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学校周边分布着地方道路与村落建筑，清楚的校园入口将外部环境与紧凑的教学、共享活动区域相连接。</a:t>
            </a:r>
          </a:p>
        </p:txBody>
      </p:sp>
      <p:sp>
        <p:nvSpPr>
          <p:cNvPr id="4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B554DCB-8F9F-40C0-9591-4ADB0D53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61382"/>
            <a:ext cx="44577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场地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DC6654-2800-476A-B1F4-DA502E1D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4999482"/>
            <a:ext cx="1143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1A0B4F6-545B-496E-9065-F7326228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92776"/>
            <a:ext cx="44577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聚落肌理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6BE7759-B1EC-45BF-90B6-86515D8D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5230876"/>
            <a:ext cx="1143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75C6CE5-12DA-43E5-985F-7A562FFC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24170"/>
            <a:ext cx="44577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道路面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754863-7FB6-4AC1-8773-4E347629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5462270"/>
            <a:ext cx="114300" cy="8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1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4FC0E1B-289F-4473-A563-8E8910E9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4191000"/>
            <a:ext cx="46609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2.94 公顷 · 校园用地</a:t>
            </a:r>
          </a:p>
        </p:txBody>
      </p:sp>
      <p:sp>
        <p:nvSpPr>
          <p:cNvPr id="5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23B3AFC-BFAF-4D1F-ACB3-C8D48154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5791200"/>
            <a:ext cx="2235200" cy="464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约35公里 / 县城</a:t>
            </a:r>
          </a:p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约3.5公里 / 镇区或公交</a:t>
            </a:r>
          </a:p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约4公里 / 卫生院</a:t>
            </a:r>
          </a:p>
        </p:txBody>
      </p:sp>
      <p:sp>
        <p:nvSpPr>
          <p:cNvPr id="5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818026F-2E8E-425F-AA78-02A14B19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21500"/>
            <a:ext cx="4953000" cy="150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校园边界、村落建筑与地方道路。</a:t>
            </a:r>
          </a:p>
        </p:txBody>
      </p:sp>
      <p:sp>
        <p:nvSpPr>
          <p:cNvPr id="5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F173E02-B99B-4AE5-9410-0270D4F6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100" y="6794500"/>
            <a:ext cx="4673600" cy="150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84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图7  区域位置及周边服务联系。</a:t>
            </a:r>
          </a:p>
        </p:txBody>
      </p:sp>
    </p:spTree>
    <p:extLst>
      <p:ext uri="{BB962C8B-B14F-4D97-AF65-F5344CB8AC3E}">
        <p14:creationId xmlns:p14="http://schemas.microsoft.com/office/powerpoint/2010/main" val="12692658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9F782B6-502F-4DE9-A10C-31993E7D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59DFA9A-6B3B-4E2A-B4E0-DF2B9506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383128E-2DA8-45EB-A7EB-9379809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943D-24A5-4C36-A203-10AFD547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F20B1AF-92A8-489F-B4DE-4790EF7E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建筑组织与实施安排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62AF8-D4E0-4F28-A80E-A7365D99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6728822-5AC6-43B9-B735-477B5AC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1AF6CD6-8C02-42C5-95F4-B298B5EB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7839EE5-D692-4BA0-8DE8-6E1F904C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09 / 建筑组织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8A5609F-8D3C-4FFE-8533-02C83A73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校园由两条较长的教学翼部、一条垂直连接的交通空间，以及较低的餐饮与集体活动翼部组成。主要建筑为四层，共享翼部为三层，其屋顶低于最高教学楼层。这一布局形成清楚的校园结构，也组织出连续的有顶通道和户外空间。庭院成为教学、自由活动与楼内通行之间容易辨认的共同场所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9ED6138-CFD3-44D5-90A8-23BEA87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1096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首层集中设置图书室、门厅、校史展示、接待、行政房间、多功能教室和餐饮设施，使入口兼具交往与日常服务功能。接待帮助访客熟悉校园，图书室和共享房间则将活动布置在公共通道附近。等候应靠近工作人员，餐厅与厨房的联系也应清楚，并妥善安排后勤活动与师生日常路径之间的关系。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B401962-CA19-4694-80D5-FAD90AF7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91103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上部楼层的多功能教室沿教学翼部展开，办公室位于连接部分。休息、咨询和心理支持组成邻近教学的小型空间组，较低翼部三层的会议室和活动室承担集体使用。支持空间旁通过座位和位置安排形成安静等候，共享教室则借助灵活家具容纳不同活动，让使用变化发生在熟悉的建筑布局中。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20D2B88-E874-453E-B60F-2A698D60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78071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灰色坡屋顶、浅色墙面、重复开间、石材质感带和竖向格栅，形成连贯的建筑形象。走廊和后退的门前空间增加立面深度，连接教室与共享场地。近人尺度的设计重点落在孩子经过、停留和聚集的位置，材料与细部应便于清洁和修补，并保持房间、有顶通道与庭院之间的整体联系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458A3E9-7525-431D-83CF-F36F68CC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104900"/>
            <a:ext cx="4851400" cy="219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10 / 分期实施与后续评价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2915619-1B11-4911-8174-E057CC90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1524000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实施首先回应反复出现的日常困难，在现有校园中优先改善厕所与洗手的到达、活动地面、基本座位、等候和储物。房间或走廊边缘可以先承载小组活动，让教师和孩子逐步建立适用的日常安排。早期改善应落在经常使用的位置，其使用情况也能为后续较完整的校园建设提供依据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E021FAA-A2EE-420A-AEC6-F4CDF2CE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2410968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第二阶段建立稳定的活动计划。可移动家具、耐用材料、方便储物和每周时间安排，共同支持共享房间中的阅读、美术、科学与小组活动。活动内容应与能够带领的成人相匹配，持续捐助则可以对应具体改善及其后续需要。清洁、耗材、维修和人员时间应与初始购置一起考虑，使新增场所能够长期开放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AAF3DEF-DC48-4407-A558-4BEC7788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3491103"/>
            <a:ext cx="4851400" cy="810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长期校园建设将建筑、户外场地和后勤进入作为整体协调。教学、餐饮与支持空间应有明确的使用安排和责任分工，户外改善可以分区推进，先完成常用路径附近的地面与遮阴边缘。随着建设展开，校园应始终保持清楚的到达、学习、活动和照顾顺序，使日常运行贯穿整个建设过程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6B1A4DA-8615-4039-B0D9-FD08BC41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1000" y="4378071"/>
            <a:ext cx="4851400" cy="10039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21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后续评价继续围绕设计所回应的日常情境展开：早晨洗手设施是否可用、课间孩子在哪里聚集、等候空间怎样使用，以及计划中的活动是否开展。与学生简短交流，可以了解舒适性、便利程度和偏爱的场所。改善前后的重复观察，则帮助学校继续调整家具、开放时间和看护安排，让空间在实际生活中不断完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C512C-A00E-4C8F-B8FB-4CBAC255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0" y="1117600"/>
            <a:ext cx="953" cy="5803900"/>
          </a:xfrm>
          <a:custGeom xmlns:a="http://schemas.openxmlformats.org/drawingml/2006/main">
            <a:pathLst>
              <a:path w="953" h="5803900">
                <a:moveTo>
                  <a:pt x="0" y="0"/>
                </a:moveTo>
                <a:lnTo>
                  <a:pt x="0" y="580390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343773B-082E-4972-B780-D27BEBC1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1900"/>
            <a:ext cx="241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6959E85-C73E-4481-AD8C-C83F5796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40500"/>
            <a:ext cx="2413000" cy="18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44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教学与支持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AD7A242-5F28-4CBD-A9F5-83B15844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311900"/>
            <a:ext cx="241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CDCD57A-0387-4E3A-B6C8-EA539D9E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540500"/>
            <a:ext cx="2413000" cy="18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44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教学与共享活动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86121BE-4CA5-4386-BE49-AEB356AE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311900"/>
            <a:ext cx="241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2FB9F00-64B4-40A3-B147-6244BED1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540500"/>
            <a:ext cx="2413000" cy="18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44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教学、照顾与餐饮</a:t>
            </a:r>
          </a:p>
        </p:txBody>
      </p:sp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3356E32-DBC4-406D-B79E-4A6BCB11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311900"/>
            <a:ext cx="2413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31D4206-211D-4822-8564-24432A5D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540500"/>
            <a:ext cx="2413000" cy="18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44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到达、教学与餐饮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565020-8447-4EC8-8F89-10D2F338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921500"/>
            <a:ext cx="99314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图9  四个楼层的活动与支持功能。</a:t>
            </a:r>
          </a:p>
        </p:txBody>
      </p:sp>
    </p:spTree>
    <p:extLst>
      <p:ext uri="{BB962C8B-B14F-4D97-AF65-F5344CB8AC3E}">
        <p14:creationId xmlns:p14="http://schemas.microsoft.com/office/powerpoint/2010/main" val="2167881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CE4F807-621F-4F0D-999B-991CD810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8600"/>
            <a:ext cx="1270000" cy="170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5851D4C-8737-4847-9C57-4A8AE59A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28600"/>
            <a:ext cx="482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郴州 · 桂阳</a:t>
            </a:r>
          </a:p>
        </p:txBody>
      </p:sp>
      <p:sp>
        <p:nvSpPr>
          <p:cNvPr id="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2B5988A-B574-479C-A953-72C14646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8600"/>
            <a:ext cx="165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D882E-C1BA-4EEC-92F2-34436C5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C006845-11A6-4BB2-BE3D-D96924D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2300"/>
            <a:ext cx="993140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73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结论与参考资料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1F97E-E2C1-4EBB-877D-6FD4FDC9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50100"/>
            <a:ext cx="9931400" cy="953"/>
          </a:xfrm>
          <a:custGeom xmlns:a="http://schemas.openxmlformats.org/drawingml/2006/main">
            <a:pathLst>
              <a:path w="9931400" h="953">
                <a:moveTo>
                  <a:pt x="0" y="0"/>
                </a:moveTo>
                <a:lnTo>
                  <a:pt x="9931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CCD1C7"/>
            </a:solidFill>
            <a:prstDash val="solid"/>
          </a:ln>
        </p:spPr>
      </p:sp>
      <p:sp>
        <p:nvSpPr>
          <p:cNvPr id="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B3E4474-1640-4291-8E4D-FCA7375A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77100"/>
            <a:ext cx="85090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A528382-869E-4D59-8F06-1EE967D2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800" y="7239000"/>
            <a:ext cx="355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CB79A54-A4CC-46C4-A3E7-C346AA5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0300"/>
            <a:ext cx="4762500" cy="98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研究识别了能够让校园日常生活更加顺畅的空间联系。教室提供稳定的学习环境，操场支持自由活动，熟悉的成人让帮助容易获得；厕所、洗手、等候和小组活动则需要更紧密地连接这些常用场所。问卷、环境评分与现场观察共同指向一个具体方向：改善学习、共享活动与照顾之间的转换，回应孩子全天使用校园的方式。</a:t>
            </a:r>
          </a:p>
        </p:txBody>
      </p:sp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852616E-35A0-4733-A3FF-7E2E1430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219325"/>
            <a:ext cx="4762500" cy="98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通过连贯的教学翼部、共享庭院，以及沿日常通道布置的支持空间作出回应。运动场、共享房间和教室附近的小型场所容纳不同规模的活动，家具、储物、开放时间、清洁与人员安排则赋予它们稳定的日常用途。分期实施从现有学校中实用的改善开始，并将运行需求延续到整体建筑方案中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7111C95-DF53-4811-989C-C32E69A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08350"/>
            <a:ext cx="4762500" cy="797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一个具有照顾能力的校园，应让孩子方便到达必要设施、找到熟悉的成人，并选择合适的停留场所。这些品质既来自建筑布局，也来自细小而具体的安排。有遮阴的座位、通向洗手点的清楚路径、靠近工作人员的等候处，共同让学校成为学习、陪伴与日常生活中可靠的地方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AD632-F0B4-4235-8EDA-CAE2B70C05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b372f7c2a444a"/>
          <a:stretch xmlns:a="http://schemas.openxmlformats.org/drawingml/2006/main"/>
        </p:blipFill>
        <p:spPr>
          <a:xfrm xmlns:a="http://schemas.openxmlformats.org/drawingml/2006/main">
            <a:off x="384076" y="5313556"/>
            <a:ext cx="4756348" cy="1247389"/>
          </a:xfrm>
          <a:prstGeom xmlns:a="http://schemas.openxmlformats.org/drawingml/2006/main" prst="rect">
            <a:avLst/>
          </a:prstGeom>
        </p:spPr>
      </p:pic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9219FE2-FFB5-44C3-8751-1146A440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756400"/>
            <a:ext cx="4762500" cy="1553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1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1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23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图11  入口立面与有顶通道的连续节奏。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B8752E3-1C16-4EDC-8816-23B0D9AF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1143000"/>
            <a:ext cx="4800600" cy="503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[1]  Barrett, P., Davies, F., Zhang, Y., &amp; Barrett, L.（2015）. The impact of classroom design on pupils' learning: Final results of a holistic, multi-level analysis. Building and Environment, 89, 118-133. DOI: 10.1016/j.buildenv.2015.02.013.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D5E78F8-D9E6-45F1-91BD-3FF1D6F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1799082"/>
            <a:ext cx="4800600" cy="503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[2]  Adams, J., Bartram, J., Chartier, Y., &amp; Sims, J.（编）（2009）. Water, sanitation and hygiene standards for schools in low-cost settings. 世界卫生组织. ISBN 978-92-4-154779-6. 第3.8至3.9节及指南5。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27525E1-46B0-4650-96AC-92123FB3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2455164"/>
            <a:ext cx="48006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研究视角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5662BB0-1D2A-4000-8CDF-E9DD1A08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2800858"/>
            <a:ext cx="48006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教室的灵活性与归属感[1]；卫生设施的便利到达、隐私与维护[2]。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620BBB3-287F-49F8-AC8F-B00B06BB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146552"/>
            <a:ext cx="4800600" cy="348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F1  苦志育才公益学校实地调研（2026年9月）：问卷反馈、环境审计、活动观察、现场照片与学校作息表。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CB5EEE3-F86E-4325-9E5A-721A5BF2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647440"/>
            <a:ext cx="48006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F2  苦志育才公益学校访谈（2026年9月）：学校运行、日常照顾、教学支持与持续捐助。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1FC7E1-7255-408D-9F24-061A3A0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3993134"/>
            <a:ext cx="4800600" cy="193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D1  苦志育才公益学校校园设计：总平面、楼层平面、立面、剖面与建筑透视。</a:t>
            </a:r>
          </a:p>
        </p:txBody>
      </p:sp>
    </p:spTree>
    <p:extLst>
      <p:ext uri="{BB962C8B-B14F-4D97-AF65-F5344CB8AC3E}">
        <p14:creationId xmlns:p14="http://schemas.microsoft.com/office/powerpoint/2010/main" val="1941251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Label">
            <a:extLst xmlns:a="http://schemas.openxmlformats.org/drawingml/2006/main">
              <a:ext uri="{FF2B5EF4-FFF2-40B4-BE49-F238E27FC236}">
                <a16:creationId xmlns:a16="http://schemas.microsoft.com/office/drawing/2014/main" id="{D993BED3-D797-4759-860D-4579A690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60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7C39AD03-5524-4FF4-A4E3-DD1125F4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478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96505875-83E2-4449-A1D3-DDC42A1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44704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数据附录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1ABD5-7041-4779-B954-13C39E12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3E59427E-2694-418F-B3B6-F72B5C0F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378795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附录A / 问卷反馈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A005D-456D-4A50-9C77-35E07411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C8F16E96-BD3C-41DA-8FE7-3FC2D77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959CA66D-73AB-4D64-952C-CC03D31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1788B-CAD4-4488-BB83-B9CBF264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09700"/>
            <a:ext cx="9728200" cy="36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14D4AE83-5CF0-467A-9F3C-91A7A1F5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1524000"/>
            <a:ext cx="53340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题目主题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63A74A81-F123-4F10-9681-5620DF24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1524000"/>
            <a:ext cx="101231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反馈摘录A</a:t>
            </a:r>
          </a:p>
        </p:txBody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618FAA27-F637-42E9-858D-A93C050B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1524000"/>
            <a:ext cx="1012310" cy="175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反馈摘录B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C5E55-B4D6-42E3-BD9B-7148E9B8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790700"/>
            <a:ext cx="97282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EA8937F1-C3C3-40B2-872B-54B2805E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19050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806C54A-BCFB-45F9-AB8C-FE536974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96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了解来源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366A33F-8980-4D07-A5FA-FB85E3FF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18542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工作接触及公益、志愿活动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6A3E9E5-D62B-469D-BD7F-00F6F891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18542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工作接触及公益、志愿活动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1A27B-2E1F-46D7-9C66-1720C61F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2352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ED78A552-9774-4738-95FD-4BFA4FA3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23495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B68012C-5AFA-4242-8FDA-D40F75DE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服务儿童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8BD123B-39B6-46B4-B107-8BB0FC3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22987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缺乏父母照顾、由祖辈抚养的孩子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E9AB50A-0263-4C2C-940B-BB34200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2987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家庭困难严重，部分有额外支持需求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D270A8-0256-431B-B134-DF550128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6797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76B159-828E-4342-AC93-8E49B1EB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679700"/>
            <a:ext cx="97282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Label">
            <a:extLst xmlns:a="http://schemas.openxmlformats.org/drawingml/2006/main">
              <a:ext uri="{FF2B5EF4-FFF2-40B4-BE49-F238E27FC236}">
                <a16:creationId xmlns:a16="http://schemas.microsoft.com/office/drawing/2014/main" id="{E1D80C3D-9A4E-486E-AF54-1BE97EDE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27940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F8317BC-186D-4D85-BC05-843EE289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86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教学之外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FF6B6DD-D9EE-4483-8863-A1B31534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27432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生活照顾与学习做人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7AFDE4E-C93D-4F2D-8F3B-07455E23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27432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情绪支持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90272-3E47-4A45-8B36-09A42DF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1242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0A216D35-9C43-45E7-9F85-0E4F5DF7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32385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522A9B9-CF0C-48AA-8F14-4159C6EB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31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高频空间</a:t>
            </a:r>
          </a:p>
        </p:txBody>
      </p:sp>
      <p:sp>
        <p:nvSpPr>
          <p:cNvPr id="3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ED7929F-5697-47C7-AA79-EEBC3802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31877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教室、宿舍和食堂；教室最多</a:t>
            </a:r>
          </a:p>
        </p:txBody>
      </p:sp>
      <p:sp>
        <p:nvSpPr>
          <p:cNvPr id="3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1479F7F-1AF4-4F0F-A61D-91117A8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1877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教学楼区域、教室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A41D7-3CC9-4AE3-B4BB-50B81C3E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5687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3CC8FB-550F-4CBC-AB44-40FE613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568700"/>
            <a:ext cx="97282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">
            <a:extLst xmlns:a="http://schemas.openxmlformats.org/drawingml/2006/main">
              <a:ext uri="{FF2B5EF4-FFF2-40B4-BE49-F238E27FC236}">
                <a16:creationId xmlns:a16="http://schemas.microsoft.com/office/drawing/2014/main" id="{FC281757-618E-4F1C-9A46-157A0740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36830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BD97F81-A46B-48E9-B9B0-D40725FF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空间问题</a:t>
            </a:r>
          </a:p>
        </p:txBody>
      </p:sp>
      <p:sp>
        <p:nvSpPr>
          <p:cNvPr id="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4EB9662-A894-40AC-9B14-A4987BE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36322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教学楼外的厕所不便</a:t>
            </a:r>
          </a:p>
        </p:txBody>
      </p:sp>
      <p:sp>
        <p:nvSpPr>
          <p:cNvPr id="3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021E539-7744-4DAA-B7F2-96926A9F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36322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初中暂时停办后空教室和桌椅闲置，认为与资金有关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7C5DD-FFF0-4116-BEB4-6BDF0826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0132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41" name="Label">
            <a:extLst xmlns:a="http://schemas.openxmlformats.org/drawingml/2006/main">
              <a:ext uri="{FF2B5EF4-FFF2-40B4-BE49-F238E27FC236}">
                <a16:creationId xmlns:a16="http://schemas.microsoft.com/office/drawing/2014/main" id="{A4321B75-A1AB-4CE2-BB46-128F1C5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41275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A24EC81-8034-45ED-AED7-A89588B6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21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愿意停留</a:t>
            </a:r>
          </a:p>
        </p:txBody>
      </p:sp>
      <p:sp>
        <p:nvSpPr>
          <p:cNvPr id="4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6133B73-1C14-41C0-877B-2D9438B6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40767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操场与楼前场地：玩耍、与来访者交流</a:t>
            </a:r>
          </a:p>
        </p:txBody>
      </p:sp>
      <p:sp>
        <p:nvSpPr>
          <p:cNvPr id="4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39DF0E6-5AE2-45D0-AB68-1237EF9A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40767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宽大开敞的操场：自由玩耍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07FDEA-A1C8-47CC-9310-B78317F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4577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84E208-C953-400C-8078-DA16559B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457700"/>
            <a:ext cx="97282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Label">
            <a:extLst xmlns:a="http://schemas.openxmlformats.org/drawingml/2006/main">
              <a:ext uri="{FF2B5EF4-FFF2-40B4-BE49-F238E27FC236}">
                <a16:creationId xmlns:a16="http://schemas.microsoft.com/office/drawing/2014/main" id="{A3F4923C-84D4-4C42-94B7-78BCCE4F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45720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B7D1B35-C954-4270-8BAD-D7BCA06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466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较少使用</a:t>
            </a:r>
          </a:p>
        </p:txBody>
      </p:sp>
      <p:sp>
        <p:nvSpPr>
          <p:cNvPr id="4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DD0CD5C-2A87-4C4A-AD98-8FC38ABB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45212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后坪主要为土堆，仅小片菜地</a:t>
            </a:r>
          </a:p>
        </p:txBody>
      </p:sp>
      <p:sp>
        <p:nvSpPr>
          <p:cNvPr id="5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43A2D2D-5DD3-44F6-8B09-BFE7F220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45212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未发现；认为各项功能都有必要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16115E-6C11-4F8C-B7A8-E5226F12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9022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2" name="Label">
            <a:extLst xmlns:a="http://schemas.openxmlformats.org/drawingml/2006/main">
              <a:ext uri="{FF2B5EF4-FFF2-40B4-BE49-F238E27FC236}">
                <a16:creationId xmlns:a16="http://schemas.microsoft.com/office/drawing/2014/main" id="{91DCC4E0-8F47-45C1-8CFC-671AE423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0165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C66D203-090C-471C-9771-BC45C725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三项重点</a:t>
            </a:r>
          </a:p>
        </p:txBody>
      </p:sp>
      <p:sp>
        <p:nvSpPr>
          <p:cNvPr id="5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D2258E4-5ED4-428E-B543-93A610DF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49657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教室质量、师资、资金</a:t>
            </a:r>
          </a:p>
        </p:txBody>
      </p:sp>
      <p:sp>
        <p:nvSpPr>
          <p:cNvPr id="5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1141EAD-00A7-416B-B06C-7A16DC6C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49657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资金、医疗条件、操场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123C01-29C3-41B8-9A35-F7D9E38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3467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ABAC09-7D0B-4A5B-AD56-027150DF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346700"/>
            <a:ext cx="9728200" cy="44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Label">
            <a:extLst xmlns:a="http://schemas.openxmlformats.org/drawingml/2006/main">
              <a:ext uri="{FF2B5EF4-FFF2-40B4-BE49-F238E27FC236}">
                <a16:creationId xmlns:a16="http://schemas.microsoft.com/office/drawing/2014/main" id="{17DC9312-FC39-4A89-92BC-1CF5ED26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4610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17F3F39-2B21-4810-A35C-74E86711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356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首选改善</a:t>
            </a:r>
          </a:p>
        </p:txBody>
      </p:sp>
      <p:sp>
        <p:nvSpPr>
          <p:cNvPr id="6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32F2CE0-5FA6-4D00-B764-D7EFC45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54102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增加活动空间，包括利用后院</a:t>
            </a:r>
          </a:p>
        </p:txBody>
      </p:sp>
      <p:sp>
        <p:nvSpPr>
          <p:cNvPr id="6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D9379E1-880F-4A87-B55B-B6E0FED4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54102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校医室与可靠的专业支持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77591-BD6D-4E45-BAB8-D26C4D61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7912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63" name="Label">
            <a:extLst xmlns:a="http://schemas.openxmlformats.org/drawingml/2006/main">
              <a:ext uri="{FF2B5EF4-FFF2-40B4-BE49-F238E27FC236}">
                <a16:creationId xmlns:a16="http://schemas.microsoft.com/office/drawing/2014/main" id="{E017CEC8-E3AD-453D-A812-F0B13AE0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" y="5905500"/>
            <a:ext cx="209345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2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FD4B72C-A50E-468C-9D48-113E552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0100"/>
            <a:ext cx="1714500" cy="185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现实限制</a:t>
            </a:r>
          </a:p>
        </p:txBody>
      </p:sp>
      <p:sp>
        <p:nvSpPr>
          <p:cNvPr id="6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C0670A7-E3C0-4801-ABB4-E6047D5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1600" y="5854700"/>
            <a:ext cx="36830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资金及长期捐助不稳定</a:t>
            </a:r>
          </a:p>
        </p:txBody>
      </p:sp>
      <p:sp>
        <p:nvSpPr>
          <p:cNvPr id="6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DFB2C22-AC41-4403-B80E-10EB424F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300" y="5854700"/>
            <a:ext cx="3721100" cy="18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资金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5F8A1C-69DF-474C-837A-C838A717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2357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6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AA8638B-F0CD-4C7D-B028-8517035D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5024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按主题整理的问卷反馈。</a:t>
            </a:r>
          </a:p>
        </p:txBody>
      </p:sp>
    </p:spTree>
    <p:extLst>
      <p:ext uri="{BB962C8B-B14F-4D97-AF65-F5344CB8AC3E}">
        <p14:creationId xmlns:p14="http://schemas.microsoft.com/office/powerpoint/2010/main" val="20388303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Label">
            <a:extLst xmlns:a="http://schemas.openxmlformats.org/drawingml/2006/main">
              <a:ext uri="{FF2B5EF4-FFF2-40B4-BE49-F238E27FC236}">
                <a16:creationId xmlns:a16="http://schemas.microsoft.com/office/drawing/2014/main" id="{34C714AB-35E4-4195-B06B-A52AC257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EEBAC8CB-6075-41E4-9EF0-4B9C24E1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781BC775-8C79-46D4-B76D-51A692A0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44704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数据附录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1827-C3E8-4E29-AF58-9457987E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C9168C80-5FFF-421B-B0D7-B76645BD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359696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附录B / 环境审计全部项目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9D8A2-5EB2-4AC7-85B7-91E6D8C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C8A88CA0-CE2F-491B-8301-D321EA1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38515418-7CAD-441D-8D1E-10BBFDE3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3947-447B-43A1-BC6F-AD1D7A95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09700"/>
            <a:ext cx="46355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4130559A-064D-4335-9759-5EC99B9B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" y="1524000"/>
            <a:ext cx="812299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评价项目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02511F30-074E-4CF4-94AE-E5A3570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1524000"/>
            <a:ext cx="279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BC552-2A02-4221-8EB2-2ADE0F5B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79070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7BB7A2D0-0DA0-454B-A0D1-D6F35037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18669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8971408-0E0F-4E01-BDBD-F4D57734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18288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地面是否平整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94EE72ED-887B-4CBE-A1E7-D467254B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15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5E73B79B-8B97-48B6-A372-71858B5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1285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06E9C3A-7C24-4DFC-88DC-A473030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0904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是否有明显高差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9A95D05F-9E71-4FA3-B472-E3D382EF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031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0218B-FBE6-4518-AD32-3BB15747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31394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C75139B2-716F-498D-9D11-54263F4D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3901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AA635F8-7859-4256-A08A-820F5629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35204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是否有尖锐边角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FAB64D20-99EC-4CA6-B32A-3BFC5CD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647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3D21FC38-7D0C-44D8-BE5C-13DE07EB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6517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602FA79-B455-46A2-9249-94C3BFC0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6136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是否存在车辆混行</a:t>
            </a:r>
          </a:p>
        </p:txBody>
      </p:sp>
      <p:sp>
        <p:nvSpPr>
          <p:cNvPr id="25" name="Label">
            <a:extLst xmlns:a="http://schemas.openxmlformats.org/drawingml/2006/main">
              <a:ext uri="{FF2B5EF4-FFF2-40B4-BE49-F238E27FC236}">
                <a16:creationId xmlns:a16="http://schemas.microsoft.com/office/drawing/2014/main" id="{B431E08F-FC04-4096-A2C6-C2CC9BF5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263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5E084F-9EEF-4AB9-ADCF-99724D29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83718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Label">
            <a:extLst xmlns:a="http://schemas.openxmlformats.org/drawingml/2006/main">
              <a:ext uri="{FF2B5EF4-FFF2-40B4-BE49-F238E27FC236}">
                <a16:creationId xmlns:a16="http://schemas.microsoft.com/office/drawing/2014/main" id="{8221B652-E2EF-4D87-84F1-D1B3DE3A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9133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6D96C95-38A6-4B3A-94AC-25512D4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87528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楼梯是否有扶手</a:t>
            </a:r>
          </a:p>
        </p:txBody>
      </p:sp>
      <p:sp>
        <p:nvSpPr>
          <p:cNvPr id="29" name="Label">
            <a:extLst xmlns:a="http://schemas.openxmlformats.org/drawingml/2006/main">
              <a:ext uri="{FF2B5EF4-FFF2-40B4-BE49-F238E27FC236}">
                <a16:creationId xmlns:a16="http://schemas.microsoft.com/office/drawing/2014/main" id="{3A4B2B10-DFE9-4ADE-8EAB-7BD95A18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879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066967E0-EBA5-4C6B-AC49-27B1624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1750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B6AF150-0BC4-44CB-ADBB-82A9572A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1369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雨天是否湿滑</a:t>
            </a:r>
          </a:p>
        </p:txBody>
      </p:sp>
      <p:sp>
        <p:nvSpPr>
          <p:cNvPr id="32" name="Label">
            <a:extLst xmlns:a="http://schemas.openxmlformats.org/drawingml/2006/main">
              <a:ext uri="{FF2B5EF4-FFF2-40B4-BE49-F238E27FC236}">
                <a16:creationId xmlns:a16="http://schemas.microsoft.com/office/drawing/2014/main" id="{39D89C58-B052-4280-A878-2F27D9B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96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B9EF54-583D-4882-9472-39D615FD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36042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Label">
            <a:extLst xmlns:a="http://schemas.openxmlformats.org/drawingml/2006/main">
              <a:ext uri="{FF2B5EF4-FFF2-40B4-BE49-F238E27FC236}">
                <a16:creationId xmlns:a16="http://schemas.microsoft.com/office/drawing/2014/main" id="{17A90400-D4C8-4E56-891E-5D59B190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4366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61F3D27-0DE0-4BE6-8A21-D64F108D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3985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夜间是否有照明</a:t>
            </a:r>
          </a:p>
        </p:txBody>
      </p:sp>
      <p:sp>
        <p:nvSpPr>
          <p:cNvPr id="36" name="Label">
            <a:extLst xmlns:a="http://schemas.openxmlformats.org/drawingml/2006/main">
              <a:ext uri="{FF2B5EF4-FFF2-40B4-BE49-F238E27FC236}">
                <a16:creationId xmlns:a16="http://schemas.microsoft.com/office/drawing/2014/main" id="{DE193621-9ED5-4378-8FB0-3257850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112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7" name="Label">
            <a:extLst xmlns:a="http://schemas.openxmlformats.org/drawingml/2006/main">
              <a:ext uri="{FF2B5EF4-FFF2-40B4-BE49-F238E27FC236}">
                <a16:creationId xmlns:a16="http://schemas.microsoft.com/office/drawing/2014/main" id="{9A4E613E-0572-43B2-BFF2-DC2DBE8F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6982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D53F231-BED7-418B-BDBB-F60D3A65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66014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监控与管理是否覆盖关键区域</a:t>
            </a:r>
          </a:p>
        </p:txBody>
      </p:sp>
      <p:sp>
        <p:nvSpPr>
          <p:cNvPr id="39" name="Label">
            <a:extLst xmlns:a="http://schemas.openxmlformats.org/drawingml/2006/main">
              <a:ext uri="{FF2B5EF4-FFF2-40B4-BE49-F238E27FC236}">
                <a16:creationId xmlns:a16="http://schemas.microsoft.com/office/drawing/2014/main" id="{1C30FEA9-48B0-47BA-8CC5-5911A4D7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728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9F3FAC-4E9F-4F07-B818-F0FB671E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88366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Label">
            <a:extLst xmlns:a="http://schemas.openxmlformats.org/drawingml/2006/main">
              <a:ext uri="{FF2B5EF4-FFF2-40B4-BE49-F238E27FC236}">
                <a16:creationId xmlns:a16="http://schemas.microsoft.com/office/drawing/2014/main" id="{8DC536A7-A365-4BBE-8DC8-B7DB6EA2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39598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F08C717-8CA5-4989-8652-7F9F57AC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9217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是否遮阳</a:t>
            </a:r>
          </a:p>
        </p:txBody>
      </p:sp>
      <p:sp>
        <p:nvSpPr>
          <p:cNvPr id="43" name="Label">
            <a:extLst xmlns:a="http://schemas.openxmlformats.org/drawingml/2006/main">
              <a:ext uri="{FF2B5EF4-FFF2-40B4-BE49-F238E27FC236}">
                <a16:creationId xmlns:a16="http://schemas.microsoft.com/office/drawing/2014/main" id="{51077CDD-BB2B-46E0-9C43-C8975079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9344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Label">
            <a:extLst xmlns:a="http://schemas.openxmlformats.org/drawingml/2006/main">
              <a:ext uri="{FF2B5EF4-FFF2-40B4-BE49-F238E27FC236}">
                <a16:creationId xmlns:a16="http://schemas.microsoft.com/office/drawing/2014/main" id="{D4ED2AE5-2E99-4957-B4D4-EE529CAC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42214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79E5E87-37E4-48CC-8679-28AB73F3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18338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是否避雨</a:t>
            </a:r>
          </a:p>
        </p:txBody>
      </p:sp>
      <p:sp>
        <p:nvSpPr>
          <p:cNvPr id="46" name="Label">
            <a:extLst xmlns:a="http://schemas.openxmlformats.org/drawingml/2006/main">
              <a:ext uri="{FF2B5EF4-FFF2-40B4-BE49-F238E27FC236}">
                <a16:creationId xmlns:a16="http://schemas.microsoft.com/office/drawing/2014/main" id="{5A35A2AC-848A-4990-9100-309F7D15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60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683E59-5910-4234-89DB-CB3ADDE4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40690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bel">
            <a:extLst xmlns:a="http://schemas.openxmlformats.org/drawingml/2006/main">
              <a:ext uri="{FF2B5EF4-FFF2-40B4-BE49-F238E27FC236}">
                <a16:creationId xmlns:a16="http://schemas.microsoft.com/office/drawing/2014/main" id="{8ED69669-312C-446E-8C03-57733A90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44831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9D74AD8-A6C1-46EF-AC09-7EAD517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4450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是否通风</a:t>
            </a:r>
          </a:p>
        </p:txBody>
      </p:sp>
      <p:sp>
        <p:nvSpPr>
          <p:cNvPr id="50" name="Label">
            <a:extLst xmlns:a="http://schemas.openxmlformats.org/drawingml/2006/main">
              <a:ext uri="{FF2B5EF4-FFF2-40B4-BE49-F238E27FC236}">
                <a16:creationId xmlns:a16="http://schemas.microsoft.com/office/drawing/2014/main" id="{C745618B-F13E-436E-B50F-DC22245B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4577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1" name="Label">
            <a:extLst xmlns:a="http://schemas.openxmlformats.org/drawingml/2006/main">
              <a:ext uri="{FF2B5EF4-FFF2-40B4-BE49-F238E27FC236}">
                <a16:creationId xmlns:a16="http://schemas.microsoft.com/office/drawing/2014/main" id="{BD7F2C0A-B8D9-4B72-B16B-5B9A7ECE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47447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7CFF206-58BC-4D3C-AD38-198DC9D3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7066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是否有可坐的地方</a:t>
            </a:r>
          </a:p>
        </p:txBody>
      </p:sp>
      <p:sp>
        <p:nvSpPr>
          <p:cNvPr id="53" name="Label">
            <a:extLst xmlns:a="http://schemas.openxmlformats.org/drawingml/2006/main">
              <a:ext uri="{FF2B5EF4-FFF2-40B4-BE49-F238E27FC236}">
                <a16:creationId xmlns:a16="http://schemas.microsoft.com/office/drawing/2014/main" id="{22E310A7-A6E4-45E1-9921-41BB200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7193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3F7A4F-52CE-4E2D-87F9-0A00AA7A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93014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Label">
            <a:extLst xmlns:a="http://schemas.openxmlformats.org/drawingml/2006/main">
              <a:ext uri="{FF2B5EF4-FFF2-40B4-BE49-F238E27FC236}">
                <a16:creationId xmlns:a16="http://schemas.microsoft.com/office/drawing/2014/main" id="{5DBFBE92-FFE2-47E8-9740-D37CF287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0063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0301D7F-79F1-4881-8375-CA813B17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496824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是否有饮水点</a:t>
            </a:r>
          </a:p>
        </p:txBody>
      </p:sp>
      <p:sp>
        <p:nvSpPr>
          <p:cNvPr id="57" name="Label">
            <a:extLst xmlns:a="http://schemas.openxmlformats.org/drawingml/2006/main">
              <a:ext uri="{FF2B5EF4-FFF2-40B4-BE49-F238E27FC236}">
                <a16:creationId xmlns:a16="http://schemas.microsoft.com/office/drawing/2014/main" id="{E68AFC43-FD52-48B8-8FF9-CE903DF3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9809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8" name="Label">
            <a:extLst xmlns:a="http://schemas.openxmlformats.org/drawingml/2006/main">
              <a:ext uri="{FF2B5EF4-FFF2-40B4-BE49-F238E27FC236}">
                <a16:creationId xmlns:a16="http://schemas.microsoft.com/office/drawing/2014/main" id="{E5081CA6-CFD1-4A7B-AF2F-97A1B1BA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2679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E4FB96B-9877-47D0-A1F7-A4DC540C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52298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是否有洗手设施</a:t>
            </a:r>
          </a:p>
        </p:txBody>
      </p:sp>
      <p:sp>
        <p:nvSpPr>
          <p:cNvPr id="60" name="Label">
            <a:extLst xmlns:a="http://schemas.openxmlformats.org/drawingml/2006/main">
              <a:ext uri="{FF2B5EF4-FFF2-40B4-BE49-F238E27FC236}">
                <a16:creationId xmlns:a16="http://schemas.microsoft.com/office/drawing/2014/main" id="{BCA48997-C266-42F0-997E-A52AD9E0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425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64413F-8ADE-4790-B30B-1CF5CD6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5338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Label">
            <a:extLst xmlns:a="http://schemas.openxmlformats.org/drawingml/2006/main">
              <a:ext uri="{FF2B5EF4-FFF2-40B4-BE49-F238E27FC236}">
                <a16:creationId xmlns:a16="http://schemas.microsoft.com/office/drawing/2014/main" id="{FBF13BF4-A127-42A4-8084-0D410585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5295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5D2AA0-E481-451A-8521-841BAA13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549148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是否有垃圾桶</a:t>
            </a:r>
          </a:p>
        </p:txBody>
      </p:sp>
      <p:sp>
        <p:nvSpPr>
          <p:cNvPr id="64" name="Label">
            <a:extLst xmlns:a="http://schemas.openxmlformats.org/drawingml/2006/main">
              <a:ext uri="{FF2B5EF4-FFF2-40B4-BE49-F238E27FC236}">
                <a16:creationId xmlns:a16="http://schemas.microsoft.com/office/drawing/2014/main" id="{3C5E4ECD-FFCA-4056-80EC-D20F7E4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5041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65" name="Label">
            <a:extLst xmlns:a="http://schemas.openxmlformats.org/drawingml/2006/main">
              <a:ext uri="{FF2B5EF4-FFF2-40B4-BE49-F238E27FC236}">
                <a16:creationId xmlns:a16="http://schemas.microsoft.com/office/drawing/2014/main" id="{F53FB0F2-3289-4AB7-AFB9-F6653CF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57912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2207C7C-9A72-4152-9B4D-B10690F2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57531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是否有厕所</a:t>
            </a:r>
          </a:p>
        </p:txBody>
      </p:sp>
      <p:sp>
        <p:nvSpPr>
          <p:cNvPr id="67" name="Label">
            <a:extLst xmlns:a="http://schemas.openxmlformats.org/drawingml/2006/main">
              <a:ext uri="{FF2B5EF4-FFF2-40B4-BE49-F238E27FC236}">
                <a16:creationId xmlns:a16="http://schemas.microsoft.com/office/drawing/2014/main" id="{D5A36B46-026E-4312-AEF1-DD25F4A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7658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42C33C7-BB82-4A1C-98D8-FCAFD26D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97662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Label">
            <a:extLst xmlns:a="http://schemas.openxmlformats.org/drawingml/2006/main">
              <a:ext uri="{FF2B5EF4-FFF2-40B4-BE49-F238E27FC236}">
                <a16:creationId xmlns:a16="http://schemas.microsoft.com/office/drawing/2014/main" id="{07DB0D81-03E1-467A-B6F4-C2D91FB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0528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3175C8C-D69C-4D0B-8504-3ED7C62C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0147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是否有安静区域</a:t>
            </a:r>
          </a:p>
        </p:txBody>
      </p:sp>
      <p:sp>
        <p:nvSpPr>
          <p:cNvPr id="71" name="Label">
            <a:extLst xmlns:a="http://schemas.openxmlformats.org/drawingml/2006/main">
              <a:ext uri="{FF2B5EF4-FFF2-40B4-BE49-F238E27FC236}">
                <a16:creationId xmlns:a16="http://schemas.microsoft.com/office/drawing/2014/main" id="{B151B5BD-E014-4256-B1C1-1C40EE3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0274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2" name="Label">
            <a:extLst xmlns:a="http://schemas.openxmlformats.org/drawingml/2006/main">
              <a:ext uri="{FF2B5EF4-FFF2-40B4-BE49-F238E27FC236}">
                <a16:creationId xmlns:a16="http://schemas.microsoft.com/office/drawing/2014/main" id="{D6B0261A-F660-4BC6-AA8B-1093CF5A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63144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69179C7-BD5E-4B95-B1F3-435CB7A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627634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是否有开放活动场地</a:t>
            </a:r>
          </a:p>
        </p:txBody>
      </p:sp>
      <p:sp>
        <p:nvSpPr>
          <p:cNvPr id="74" name="Label">
            <a:extLst xmlns:a="http://schemas.openxmlformats.org/drawingml/2006/main">
              <a:ext uri="{FF2B5EF4-FFF2-40B4-BE49-F238E27FC236}">
                <a16:creationId xmlns:a16="http://schemas.microsoft.com/office/drawing/2014/main" id="{E078CCD5-7E3E-4FE7-926A-40DFC28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2890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924368-CF1D-41E9-A940-3555786C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1409700"/>
            <a:ext cx="4635500" cy="35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Label">
            <a:extLst xmlns:a="http://schemas.openxmlformats.org/drawingml/2006/main">
              <a:ext uri="{FF2B5EF4-FFF2-40B4-BE49-F238E27FC236}">
                <a16:creationId xmlns:a16="http://schemas.microsoft.com/office/drawing/2014/main" id="{B7B0BB56-01DC-4736-B136-5F041967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24000"/>
            <a:ext cx="812299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82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评价项目</a:t>
            </a:r>
          </a:p>
        </p:txBody>
      </p:sp>
      <p:sp>
        <p:nvSpPr>
          <p:cNvPr id="77" name="Label">
            <a:extLst xmlns:a="http://schemas.openxmlformats.org/drawingml/2006/main">
              <a:ext uri="{FF2B5EF4-FFF2-40B4-BE49-F238E27FC236}">
                <a16:creationId xmlns:a16="http://schemas.microsoft.com/office/drawing/2014/main" id="{BAB99E2B-6A3D-4A57-B530-FD415653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524000"/>
            <a:ext cx="279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5ACC662-C2B5-48B2-AEFC-D49115BE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179070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Label">
            <a:extLst xmlns:a="http://schemas.openxmlformats.org/drawingml/2006/main">
              <a:ext uri="{FF2B5EF4-FFF2-40B4-BE49-F238E27FC236}">
                <a16:creationId xmlns:a16="http://schemas.microsoft.com/office/drawing/2014/main" id="{65AECB53-4A59-4A93-BD77-A1D207A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8669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70D97CD-A8FB-450C-B197-CBAACE90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18288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是否有小组活动空间</a:t>
            </a:r>
          </a:p>
        </p:txBody>
      </p:sp>
      <p:sp>
        <p:nvSpPr>
          <p:cNvPr id="81" name="Label">
            <a:extLst xmlns:a="http://schemas.openxmlformats.org/drawingml/2006/main">
              <a:ext uri="{FF2B5EF4-FFF2-40B4-BE49-F238E27FC236}">
                <a16:creationId xmlns:a16="http://schemas.microsoft.com/office/drawing/2014/main" id="{A8862FA8-0255-415D-A64E-C4DDAC07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18415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2" name="Label">
            <a:extLst xmlns:a="http://schemas.openxmlformats.org/drawingml/2006/main">
              <a:ext uri="{FF2B5EF4-FFF2-40B4-BE49-F238E27FC236}">
                <a16:creationId xmlns:a16="http://schemas.microsoft.com/office/drawing/2014/main" id="{1D9ED050-CE16-449B-B0CC-6E068C06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21285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2C62B99-D8A0-4505-ABDC-FEF9A78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20904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是否有阅读空间</a:t>
            </a:r>
          </a:p>
        </p:txBody>
      </p:sp>
      <p:sp>
        <p:nvSpPr>
          <p:cNvPr id="84" name="Label">
            <a:extLst xmlns:a="http://schemas.openxmlformats.org/drawingml/2006/main">
              <a:ext uri="{FF2B5EF4-FFF2-40B4-BE49-F238E27FC236}">
                <a16:creationId xmlns:a16="http://schemas.microsoft.com/office/drawing/2014/main" id="{EA1E8D33-4E42-4CBC-8743-E9C547B5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1031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BC7018B-272F-445D-89C8-9AEF1E81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231394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Label">
            <a:extLst xmlns:a="http://schemas.openxmlformats.org/drawingml/2006/main">
              <a:ext uri="{FF2B5EF4-FFF2-40B4-BE49-F238E27FC236}">
                <a16:creationId xmlns:a16="http://schemas.microsoft.com/office/drawing/2014/main" id="{A39B5F4A-08F9-4E3A-B040-0974F32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23901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15F2C85-9829-4834-8549-A102E183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235204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是否有可以独处的空间</a:t>
            </a:r>
          </a:p>
        </p:txBody>
      </p:sp>
      <p:sp>
        <p:nvSpPr>
          <p:cNvPr id="88" name="Label">
            <a:extLst xmlns:a="http://schemas.openxmlformats.org/drawingml/2006/main">
              <a:ext uri="{FF2B5EF4-FFF2-40B4-BE49-F238E27FC236}">
                <a16:creationId xmlns:a16="http://schemas.microsoft.com/office/drawing/2014/main" id="{D0E6CAF8-6927-4B55-A41A-0AF30882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3647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89" name="Label">
            <a:extLst xmlns:a="http://schemas.openxmlformats.org/drawingml/2006/main">
              <a:ext uri="{FF2B5EF4-FFF2-40B4-BE49-F238E27FC236}">
                <a16:creationId xmlns:a16="http://schemas.microsoft.com/office/drawing/2014/main" id="{AE4CDEF5-83CC-46C6-A809-6D9B831D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26517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9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8C91B81-B526-475D-BA35-F94DF55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26136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是否有可移动家具</a:t>
            </a:r>
          </a:p>
        </p:txBody>
      </p:sp>
      <p:sp>
        <p:nvSpPr>
          <p:cNvPr id="91" name="Label">
            <a:extLst xmlns:a="http://schemas.openxmlformats.org/drawingml/2006/main">
              <a:ext uri="{FF2B5EF4-FFF2-40B4-BE49-F238E27FC236}">
                <a16:creationId xmlns:a16="http://schemas.microsoft.com/office/drawing/2014/main" id="{3AED7131-15AB-46AB-BA89-279908DD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6263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622DF9-2D87-4B3F-AE8B-23A5813C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283718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Label">
            <a:extLst xmlns:a="http://schemas.openxmlformats.org/drawingml/2006/main">
              <a:ext uri="{FF2B5EF4-FFF2-40B4-BE49-F238E27FC236}">
                <a16:creationId xmlns:a16="http://schemas.microsoft.com/office/drawing/2014/main" id="{9F68790E-EDED-41F6-BB0C-4BB036E7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29133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9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92E1FB2-0B9C-4C2F-865B-9E4323AE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287528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是否允许儿童布置和改变</a:t>
            </a:r>
          </a:p>
        </p:txBody>
      </p:sp>
      <p:sp>
        <p:nvSpPr>
          <p:cNvPr id="95" name="Label">
            <a:extLst xmlns:a="http://schemas.openxmlformats.org/drawingml/2006/main">
              <a:ext uri="{FF2B5EF4-FFF2-40B4-BE49-F238E27FC236}">
                <a16:creationId xmlns:a16="http://schemas.microsoft.com/office/drawing/2014/main" id="{FC65244E-978F-4EE3-B89F-A4CA94C8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28879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6" name="Label">
            <a:extLst xmlns:a="http://schemas.openxmlformats.org/drawingml/2006/main">
              <a:ext uri="{FF2B5EF4-FFF2-40B4-BE49-F238E27FC236}">
                <a16:creationId xmlns:a16="http://schemas.microsoft.com/office/drawing/2014/main" id="{F90F24FD-3F71-4B81-8AB4-0DA6924C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1750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9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FD1F843-21A7-4B2E-AA1A-F6A2C58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13690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场所是否适合不同年龄的儿童</a:t>
            </a:r>
          </a:p>
        </p:txBody>
      </p:sp>
      <p:sp>
        <p:nvSpPr>
          <p:cNvPr id="98" name="Label">
            <a:extLst xmlns:a="http://schemas.openxmlformats.org/drawingml/2006/main">
              <a:ext uri="{FF2B5EF4-FFF2-40B4-BE49-F238E27FC236}">
                <a16:creationId xmlns:a16="http://schemas.microsoft.com/office/drawing/2014/main" id="{1AC45294-3025-49E6-833E-38934940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1496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5CCF1A0-5D29-4D29-AD66-D825D1D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336042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Label">
            <a:extLst xmlns:a="http://schemas.openxmlformats.org/drawingml/2006/main">
              <a:ext uri="{FF2B5EF4-FFF2-40B4-BE49-F238E27FC236}">
                <a16:creationId xmlns:a16="http://schemas.microsoft.com/office/drawing/2014/main" id="{57637AC3-8217-4DF1-9563-115364B1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4366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10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AF0B736-1499-452B-8300-8DD8E030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3985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成人是否能够看见儿童</a:t>
            </a:r>
          </a:p>
        </p:txBody>
      </p:sp>
      <p:sp>
        <p:nvSpPr>
          <p:cNvPr id="102" name="Label">
            <a:extLst xmlns:a="http://schemas.openxmlformats.org/drawingml/2006/main">
              <a:ext uri="{FF2B5EF4-FFF2-40B4-BE49-F238E27FC236}">
                <a16:creationId xmlns:a16="http://schemas.microsoft.com/office/drawing/2014/main" id="{2C70BEF8-BED8-4E01-BA1D-A37FF8CB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4112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3" name="Label">
            <a:extLst xmlns:a="http://schemas.openxmlformats.org/drawingml/2006/main">
              <a:ext uri="{FF2B5EF4-FFF2-40B4-BE49-F238E27FC236}">
                <a16:creationId xmlns:a16="http://schemas.microsoft.com/office/drawing/2014/main" id="{591E56C0-10AF-4458-9D29-EAF691C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6982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10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A5FDCE0-567C-4375-A368-CE073FA0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6014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儿童是否能快速找到教师/管理人员</a:t>
            </a:r>
          </a:p>
        </p:txBody>
      </p:sp>
      <p:sp>
        <p:nvSpPr>
          <p:cNvPr id="105" name="Label">
            <a:extLst xmlns:a="http://schemas.openxmlformats.org/drawingml/2006/main">
              <a:ext uri="{FF2B5EF4-FFF2-40B4-BE49-F238E27FC236}">
                <a16:creationId xmlns:a16="http://schemas.microsoft.com/office/drawing/2014/main" id="{1C2F0F07-2BD6-4993-B00F-3AED8526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6728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CA69A6D-EA49-496A-ABB4-26E7D9C4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388366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Label">
            <a:extLst xmlns:a="http://schemas.openxmlformats.org/drawingml/2006/main">
              <a:ext uri="{FF2B5EF4-FFF2-40B4-BE49-F238E27FC236}">
                <a16:creationId xmlns:a16="http://schemas.microsoft.com/office/drawing/2014/main" id="{38C34B37-8F81-43E3-9EC5-EB6ED442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9598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10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E5F089A-7617-4D2E-BAA1-64C1F307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9217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是否有等待家长/服务人员的空间</a:t>
            </a:r>
          </a:p>
        </p:txBody>
      </p:sp>
      <p:sp>
        <p:nvSpPr>
          <p:cNvPr id="109" name="Label">
            <a:extLst xmlns:a="http://schemas.openxmlformats.org/drawingml/2006/main">
              <a:ext uri="{FF2B5EF4-FFF2-40B4-BE49-F238E27FC236}">
                <a16:creationId xmlns:a16="http://schemas.microsoft.com/office/drawing/2014/main" id="{D4641752-6099-4952-B953-A4156EC3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39344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0" name="Label">
            <a:extLst xmlns:a="http://schemas.openxmlformats.org/drawingml/2006/main">
              <a:ext uri="{FF2B5EF4-FFF2-40B4-BE49-F238E27FC236}">
                <a16:creationId xmlns:a16="http://schemas.microsoft.com/office/drawing/2014/main" id="{30AF30B5-32C4-4D1D-9A78-E9F839DC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42214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EF4E0BA-25A2-47A2-8533-26915DB9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18338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是否有心理交流或安静交谈的空间</a:t>
            </a:r>
          </a:p>
        </p:txBody>
      </p:sp>
      <p:sp>
        <p:nvSpPr>
          <p:cNvPr id="112" name="Label">
            <a:extLst xmlns:a="http://schemas.openxmlformats.org/drawingml/2006/main">
              <a:ext uri="{FF2B5EF4-FFF2-40B4-BE49-F238E27FC236}">
                <a16:creationId xmlns:a16="http://schemas.microsoft.com/office/drawing/2014/main" id="{F15076B9-A1EF-4FB6-97A5-D7C5FE28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1960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DA7CBC3-536F-475D-8F45-869A8E05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440690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Label">
            <a:extLst xmlns:a="http://schemas.openxmlformats.org/drawingml/2006/main">
              <a:ext uri="{FF2B5EF4-FFF2-40B4-BE49-F238E27FC236}">
                <a16:creationId xmlns:a16="http://schemas.microsoft.com/office/drawing/2014/main" id="{D8D32D86-5EA1-4460-A267-B81D339C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44831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1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AE5CD2E-2383-4473-9CF5-BCCA0ED8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44500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是否有医疗/临时休息空间</a:t>
            </a:r>
          </a:p>
        </p:txBody>
      </p:sp>
      <p:sp>
        <p:nvSpPr>
          <p:cNvPr id="116" name="Label">
            <a:extLst xmlns:a="http://schemas.openxmlformats.org/drawingml/2006/main">
              <a:ext uri="{FF2B5EF4-FFF2-40B4-BE49-F238E27FC236}">
                <a16:creationId xmlns:a16="http://schemas.microsoft.com/office/drawing/2014/main" id="{20F89B56-8224-4BB2-ABF0-20DABFAA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4577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7" name="Label">
            <a:extLst xmlns:a="http://schemas.openxmlformats.org/drawingml/2006/main">
              <a:ext uri="{FF2B5EF4-FFF2-40B4-BE49-F238E27FC236}">
                <a16:creationId xmlns:a16="http://schemas.microsoft.com/office/drawing/2014/main" id="{7262CC48-B1C1-4902-BA0A-14BD4311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47447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0053170-8073-428F-BE04-C66BCD4A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70662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是否存在照护盲区</a:t>
            </a:r>
          </a:p>
        </p:txBody>
      </p:sp>
      <p:sp>
        <p:nvSpPr>
          <p:cNvPr id="119" name="Label">
            <a:extLst xmlns:a="http://schemas.openxmlformats.org/drawingml/2006/main">
              <a:ext uri="{FF2B5EF4-FFF2-40B4-BE49-F238E27FC236}">
                <a16:creationId xmlns:a16="http://schemas.microsoft.com/office/drawing/2014/main" id="{6958471C-3F00-4718-B94A-BF13403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7193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AA23AB8-1130-486A-B3B4-AD8F46AB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493014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Label">
            <a:extLst xmlns:a="http://schemas.openxmlformats.org/drawingml/2006/main">
              <a:ext uri="{FF2B5EF4-FFF2-40B4-BE49-F238E27FC236}">
                <a16:creationId xmlns:a16="http://schemas.microsoft.com/office/drawing/2014/main" id="{F3DB5F06-8381-48AF-AE6D-2416BB2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500634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1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6614785-3EDE-438D-B375-F44A9E06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96824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是否有家校沟通的渠道</a:t>
            </a:r>
          </a:p>
        </p:txBody>
      </p:sp>
      <p:sp>
        <p:nvSpPr>
          <p:cNvPr id="123" name="Label">
            <a:extLst xmlns:a="http://schemas.openxmlformats.org/drawingml/2006/main">
              <a:ext uri="{FF2B5EF4-FFF2-40B4-BE49-F238E27FC236}">
                <a16:creationId xmlns:a16="http://schemas.microsoft.com/office/drawing/2014/main" id="{7A916C56-E626-4C7B-AB5D-AABB9AFD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498094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4" name="Label">
            <a:extLst xmlns:a="http://schemas.openxmlformats.org/drawingml/2006/main">
              <a:ext uri="{FF2B5EF4-FFF2-40B4-BE49-F238E27FC236}">
                <a16:creationId xmlns:a16="http://schemas.microsoft.com/office/drawing/2014/main" id="{BDDC74AB-C1CB-423B-8B78-472153B9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526796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4DC2EF6-B329-4623-A23C-83C5F281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522986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学校与社区是否有共享空间</a:t>
            </a:r>
          </a:p>
        </p:txBody>
      </p:sp>
      <p:sp>
        <p:nvSpPr>
          <p:cNvPr id="126" name="Label">
            <a:extLst xmlns:a="http://schemas.openxmlformats.org/drawingml/2006/main">
              <a:ext uri="{FF2B5EF4-FFF2-40B4-BE49-F238E27FC236}">
                <a16:creationId xmlns:a16="http://schemas.microsoft.com/office/drawing/2014/main" id="{9ACF2557-516B-4BCB-B28A-A7548A39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24256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3BF25F8-9FEA-4F51-86D9-F6B2AB22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545338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Label">
            <a:extLst xmlns:a="http://schemas.openxmlformats.org/drawingml/2006/main">
              <a:ext uri="{FF2B5EF4-FFF2-40B4-BE49-F238E27FC236}">
                <a16:creationId xmlns:a16="http://schemas.microsoft.com/office/drawing/2014/main" id="{5AFFC185-AF56-4759-969F-223F206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552958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1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A679DE1-81BB-44D9-BE92-B7579B7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5491480"/>
            <a:ext cx="3771900" cy="18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外部服务人员是否容易进入</a:t>
            </a:r>
          </a:p>
        </p:txBody>
      </p:sp>
      <p:sp>
        <p:nvSpPr>
          <p:cNvPr id="130" name="Label">
            <a:extLst xmlns:a="http://schemas.openxmlformats.org/drawingml/2006/main">
              <a:ext uri="{FF2B5EF4-FFF2-40B4-BE49-F238E27FC236}">
                <a16:creationId xmlns:a16="http://schemas.microsoft.com/office/drawing/2014/main" id="{4DD62D89-622B-4DD7-BDE9-2FE036D5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50418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1" name="Label">
            <a:extLst xmlns:a="http://schemas.openxmlformats.org/drawingml/2006/main">
              <a:ext uri="{FF2B5EF4-FFF2-40B4-BE49-F238E27FC236}">
                <a16:creationId xmlns:a16="http://schemas.microsoft.com/office/drawing/2014/main" id="{221FDF20-8ADE-4E4E-A241-CF24D97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579120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13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8BEF02D-4D32-4698-AC06-D46ABEA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575310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是否有接待乡镇或公益服务的空间</a:t>
            </a:r>
          </a:p>
        </p:txBody>
      </p:sp>
      <p:sp>
        <p:nvSpPr>
          <p:cNvPr id="133" name="Label">
            <a:extLst xmlns:a="http://schemas.openxmlformats.org/drawingml/2006/main">
              <a:ext uri="{FF2B5EF4-FFF2-40B4-BE49-F238E27FC236}">
                <a16:creationId xmlns:a16="http://schemas.microsoft.com/office/drawing/2014/main" id="{9D2929F5-8DF4-4516-8C1E-C9381C7D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76580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2855567-BC18-49F3-9998-1D53B94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5976620"/>
            <a:ext cx="4635500" cy="26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Label">
            <a:extLst xmlns:a="http://schemas.openxmlformats.org/drawingml/2006/main">
              <a:ext uri="{FF2B5EF4-FFF2-40B4-BE49-F238E27FC236}">
                <a16:creationId xmlns:a16="http://schemas.microsoft.com/office/drawing/2014/main" id="{A2E4C534-C53A-4E59-A46D-B2053DBD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6052820"/>
            <a:ext cx="188982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3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240EC5A-17F5-4EAC-B399-B86C0FE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6014720"/>
            <a:ext cx="37719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学校资源是否可以向社区开放</a:t>
            </a:r>
          </a:p>
        </p:txBody>
      </p:sp>
      <p:sp>
        <p:nvSpPr>
          <p:cNvPr id="137" name="Label">
            <a:extLst xmlns:a="http://schemas.openxmlformats.org/drawingml/2006/main">
              <a:ext uri="{FF2B5EF4-FFF2-40B4-BE49-F238E27FC236}">
                <a16:creationId xmlns:a16="http://schemas.microsoft.com/office/drawing/2014/main" id="{D31B548F-FAD3-42E3-B567-AFEBC3DE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6027420"/>
            <a:ext cx="14668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8DD7AE7-427A-4271-A298-53FF8E4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6929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基础安全、舒适性、活动支持、照护支持与空间联结的环境评价。评分：1—5分。</a:t>
            </a:r>
          </a:p>
        </p:txBody>
      </p:sp>
    </p:spTree>
    <p:extLst>
      <p:ext uri="{BB962C8B-B14F-4D97-AF65-F5344CB8AC3E}">
        <p14:creationId xmlns:p14="http://schemas.microsoft.com/office/powerpoint/2010/main" val="15496854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721F1E38-3518-49B7-BC13-B565F24A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07AC30EC-F1EA-462E-BFB4-CBF0A03D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58E9E92D-3FD2-4749-8FE3-2C1DF38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535CF-010B-4FFF-AB8A-181CC8E8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038E824F-706D-4D40-8FEC-16845490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02 / 从学校生活到设计任务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F6123-89B6-4133-996E-D4C52500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DDE5B881-3984-4D2D-BA0A-85608442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1F1DDBD3-711A-46BF-A0F4-F362BF79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6605D-E24C-4FFC-AD2F-DBFEBBD906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ea2bf384948cf"/>
          <a:stretch xmlns:a="http://schemas.openxmlformats.org/drawingml/2006/main"/>
        </p:blipFill>
        <p:spPr>
          <a:xfrm xmlns:a="http://schemas.openxmlformats.org/drawingml/2006/main">
            <a:off x="482600" y="1422400"/>
            <a:ext cx="2311400" cy="1955800"/>
          </a:xfrm>
          <a:prstGeom xmlns:a="http://schemas.openxmlformats.org/drawingml/2006/main" prst="rect">
            <a:avLst/>
          </a:prstGeom>
        </p:spPr>
      </p:pic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7CC274C6-2BA0-494D-B59E-3D5F54A1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517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开敞场地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7A4B3-54F3-44B8-8569-63E1DA9343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a66403b144833"/>
          <a:stretch xmlns:a="http://schemas.openxmlformats.org/drawingml/2006/main"/>
        </p:blipFill>
        <p:spPr>
          <a:xfrm xmlns:a="http://schemas.openxmlformats.org/drawingml/2006/main">
            <a:off x="2946400" y="1422400"/>
            <a:ext cx="2311400" cy="1955800"/>
          </a:xfrm>
          <a:prstGeom xmlns:a="http://schemas.openxmlformats.org/drawingml/2006/main" prst="rect">
            <a:avLst/>
          </a:prstGeom>
        </p:spPr>
      </p:pic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E479AF6F-B554-4E24-98DF-2431BF86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35179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日常走廊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EA9BF-7E27-4B0B-B44F-FCDAE51041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bfa4006724d7f"/>
          <a:stretch xmlns:a="http://schemas.openxmlformats.org/drawingml/2006/main"/>
        </p:blipFill>
        <p:spPr>
          <a:xfrm xmlns:a="http://schemas.openxmlformats.org/drawingml/2006/main">
            <a:off x="482600" y="3987800"/>
            <a:ext cx="2311400" cy="1955800"/>
          </a:xfrm>
          <a:prstGeom xmlns:a="http://schemas.openxmlformats.org/drawingml/2006/main" prst="rect">
            <a:avLst/>
          </a:prstGeom>
        </p:spPr>
      </p:pic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65E71799-E417-4F2C-A62B-78C80607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0833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有顶联系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B0850-974B-4FF3-8D93-1ABC5649E5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56a50135044b0"/>
          <a:stretch xmlns:a="http://schemas.openxmlformats.org/drawingml/2006/main"/>
        </p:blipFill>
        <p:spPr>
          <a:xfrm xmlns:a="http://schemas.openxmlformats.org/drawingml/2006/main">
            <a:off x="2946400" y="3987800"/>
            <a:ext cx="2311400" cy="1955800"/>
          </a:xfrm>
          <a:prstGeom xmlns:a="http://schemas.openxmlformats.org/drawingml/2006/main" prst="rect">
            <a:avLst/>
          </a:prstGeom>
        </p:spPr>
      </p:pic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2BFD8C17-96AA-449D-8EC6-462658CE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400" y="60833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学习空间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7DB0A745-29B0-4DC0-BC6B-2E081049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435100"/>
            <a:ext cx="42081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E252475A-EDE9-4778-ABF3-46865FBD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1460500"/>
            <a:ext cx="73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利用边缘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C70C65A-9B1B-46CD-9804-9BF9E44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1803400"/>
            <a:ext cx="3835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把小组活动场所放在教室附近。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111831C4-AFBF-434B-B4E6-CF002E6C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42081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Label">
            <a:extLst xmlns:a="http://schemas.openxmlformats.org/drawingml/2006/main">
              <a:ext uri="{FF2B5EF4-FFF2-40B4-BE49-F238E27FC236}">
                <a16:creationId xmlns:a16="http://schemas.microsoft.com/office/drawing/2014/main" id="{40D524B4-DD87-4942-A38A-A3CC65A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27686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连接必需设施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5964C41-E201-4684-953C-43FF30B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3111500"/>
            <a:ext cx="3835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把厕所、洗手点和清晰路线一起安排。</a:t>
            </a:r>
          </a:p>
        </p:txBody>
      </p:sp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663EE10F-0CB4-45C0-A5CA-09818D98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51300"/>
            <a:ext cx="42081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Label">
            <a:extLst xmlns:a="http://schemas.openxmlformats.org/drawingml/2006/main">
              <a:ext uri="{FF2B5EF4-FFF2-40B4-BE49-F238E27FC236}">
                <a16:creationId xmlns:a16="http://schemas.microsoft.com/office/drawing/2014/main" id="{853F8166-F49F-4563-9669-A325B383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076700"/>
            <a:ext cx="1231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让照顾就在身边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E2CA297-1D9F-4DF8-8EFB-47B52F77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4419600"/>
            <a:ext cx="3835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沿熟悉的路线安排等候和成人支持。</a:t>
            </a:r>
          </a:p>
        </p:txBody>
      </p:sp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D20A1CD2-66DA-41B1-B30B-CE951712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59400"/>
            <a:ext cx="420812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196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Label">
            <a:extLst xmlns:a="http://schemas.openxmlformats.org/drawingml/2006/main">
              <a:ext uri="{FF2B5EF4-FFF2-40B4-BE49-F238E27FC236}">
                <a16:creationId xmlns:a16="http://schemas.microsoft.com/office/drawing/2014/main" id="{DA276B2E-30F6-45DC-94CA-477F820F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53848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考虑持续使用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B499FC5-3DFD-4DF0-AFC6-E7A40034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8100" y="5727700"/>
            <a:ext cx="3835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为共享空间安排活动和负责成人。</a:t>
            </a:r>
          </a:p>
        </p:txBody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8579285-15DA-4AD3-B2B9-DB5A5E06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现有校园空间与相应的设计重点。</a:t>
            </a:r>
          </a:p>
        </p:txBody>
      </p:sp>
    </p:spTree>
    <p:extLst>
      <p:ext uri="{BB962C8B-B14F-4D97-AF65-F5344CB8AC3E}">
        <p14:creationId xmlns:p14="http://schemas.microsoft.com/office/powerpoint/2010/main" val="179809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F2147508-9B1F-46D4-AE4B-F1558255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70B9650A-70A9-4C08-8618-A8054988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0CC4542A-BFF4-4D70-A1BD-97AF478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751F6-49A1-4308-8759-E957BE2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F276D9D8-D6EC-451A-AB49-C1FC7C6A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2339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03 / 连贯校园与开敞场地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3A4FC-CB28-43A8-A1E1-CB8570D3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9868D021-8B5B-499E-82B8-BD440C9C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945F559F-0050-4DCB-81D7-E0ADE5FA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493B31-6D08-4549-B145-534B5D9F62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35b399bb54432"/>
          <a:stretch xmlns:a="http://schemas.openxmlformats.org/drawingml/2006/main"/>
        </p:blipFill>
        <p:spPr>
          <a:xfrm xmlns:a="http://schemas.openxmlformats.org/drawingml/2006/main">
            <a:off x="1413173" y="1320800"/>
            <a:ext cx="4857153" cy="5448300"/>
          </a:xfrm>
          <a:prstGeom xmlns:a="http://schemas.openxmlformats.org/drawingml/2006/main" prst="rect">
            <a:avLst/>
          </a:prstGeom>
        </p:spPr>
      </p:pic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62B1C8B-56C8-4896-8DC0-F9438C7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24000"/>
            <a:ext cx="2818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8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让教学与共享生活形成清楚的整体。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D6DDCF32-F01E-4E1E-BAAE-5106E379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314700"/>
            <a:ext cx="2641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0A1649B-1BFE-41A2-963D-C010E3C9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14700"/>
            <a:ext cx="2362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连体教学建筑</a:t>
            </a:r>
          </a:p>
        </p:txBody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9E9D919E-A49B-4C5D-9EA3-F9CE39EB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3822700"/>
            <a:ext cx="2641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5B976E6-6689-4382-9ECF-DF29DA0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22700"/>
            <a:ext cx="2362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餐饮与共享活动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1BED6F3E-B177-4B52-9B3B-53A623D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330700"/>
            <a:ext cx="2641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CEED8F8-0B27-4B30-A8C1-572C34B5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30700"/>
            <a:ext cx="2362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球场与跑道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78728D1B-7C20-4E5F-A789-E8BC120C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4838700"/>
            <a:ext cx="2641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1E55C03-4B07-4491-928D-FD21187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2362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乒乓球活动区</a:t>
            </a:r>
          </a:p>
        </p:txBody>
      </p:sp>
      <p:sp>
        <p:nvSpPr>
          <p:cNvPr id="19" name="Label">
            <a:extLst xmlns:a="http://schemas.openxmlformats.org/drawingml/2006/main">
              <a:ext uri="{FF2B5EF4-FFF2-40B4-BE49-F238E27FC236}">
                <a16:creationId xmlns:a16="http://schemas.microsoft.com/office/drawing/2014/main" id="{C7E814F7-2583-4452-9AB7-85DC215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5346700"/>
            <a:ext cx="2641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066D3F8-BBCF-4CBE-A9B8-9D0BBA6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46700"/>
            <a:ext cx="2362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弹性景观用地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721DA04-F455-4168-ADD1-2C7ED7AB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总平面：连贯的教学翼部、共享设施、运动场与开敞空间。</a:t>
            </a:r>
          </a:p>
        </p:txBody>
      </p:sp>
    </p:spTree>
    <p:extLst>
      <p:ext uri="{BB962C8B-B14F-4D97-AF65-F5344CB8AC3E}">
        <p14:creationId xmlns:p14="http://schemas.microsoft.com/office/powerpoint/2010/main" val="7467742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Label">
            <a:extLst xmlns:a="http://schemas.openxmlformats.org/drawingml/2006/main">
              <a:ext uri="{FF2B5EF4-FFF2-40B4-BE49-F238E27FC236}">
                <a16:creationId xmlns:a16="http://schemas.microsoft.com/office/drawing/2014/main" id="{2C95077B-EB12-441C-952C-4992BECF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ACC04AD8-0EAA-4CB7-A8A9-E5582512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A2A4BE9F-866C-4476-9C25-410D30F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ADBB2-1E6F-4625-AD61-CFE2C4E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E38490D9-7761-4486-812F-234187CB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04 / 首层：到达与共享生活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2031E-613D-4E39-952E-979CCB71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93C1ECD3-5ECE-42AC-B32B-66C446AF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2EB935CA-41A8-45AB-81D2-E004A7F5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52487-758B-4B82-9B46-45DCFE975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defcaa8414958"/>
          <a:stretch xmlns:a="http://schemas.openxmlformats.org/drawingml/2006/main"/>
        </p:blipFill>
        <p:spPr>
          <a:xfrm xmlns:a="http://schemas.openxmlformats.org/drawingml/2006/main">
            <a:off x="1002580" y="1283304"/>
            <a:ext cx="5132240" cy="5345491"/>
          </a:xfrm>
          <a:prstGeom xmlns:a="http://schemas.openxmlformats.org/drawingml/2006/main" prst="rect">
            <a:avLst/>
          </a:prstGeom>
        </p:spPr>
      </p:pic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6D066B3B-AB55-4CE6-828F-01AF6712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22400"/>
            <a:ext cx="696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BD74FBE-2CA6-460B-80A7-980D934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600" y="2184400"/>
            <a:ext cx="303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从公共空间开始学校的一天。</a:t>
            </a:r>
          </a:p>
        </p:txBody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2C7BA6C7-C193-41CF-AC5C-B46AB825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58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55910A2-8A9E-4389-8EC0-A05D89FA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258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多功能教室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A202DC8F-0FF1-4394-B99E-6EF5F7A8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06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A44034B-480F-448E-923D-3A41C702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306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行政与档案</a:t>
            </a:r>
          </a:p>
        </p:txBody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DCBDB5A8-92B4-4ADF-A4D6-17E9D101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354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0DB039B-C370-459E-B143-E5731BC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354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厕所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3D30D3DB-CC40-4D37-BD09-475CA8A6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02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FB2E9C5-B258-48E9-BC53-1BA6CC38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02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餐饮后勤翼部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8CFA211B-1B23-4C8C-B87C-7129FCB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50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AC308E2-C3E4-41D1-8ACE-D9FDC4B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450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图书室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92C06D5E-8639-4FB4-917D-095E917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98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BBAE1EC-5F56-42D5-B587-686AFA66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98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门厅与联系空间</a:t>
            </a:r>
          </a:p>
        </p:txBody>
      </p:sp>
      <p:sp>
        <p:nvSpPr>
          <p:cNvPr id="24" name="Label">
            <a:extLst xmlns:a="http://schemas.openxmlformats.org/drawingml/2006/main">
              <a:ext uri="{FF2B5EF4-FFF2-40B4-BE49-F238E27FC236}">
                <a16:creationId xmlns:a16="http://schemas.microsoft.com/office/drawing/2014/main" id="{306CD31D-1E6C-44AB-9BB9-1F2BCA4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546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F08DF34-AB8E-4880-9F59-ECF0346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546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校史展示</a:t>
            </a:r>
          </a:p>
        </p:txBody>
      </p:sp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6B5B1E00-B1C4-4465-B5CB-6E71B507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594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4B78312-C9E6-424E-BBA9-0398755F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594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接待与洽谈</a:t>
            </a:r>
          </a:p>
        </p:txBody>
      </p:sp>
      <p:sp>
        <p:nvSpPr>
          <p:cNvPr id="2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AC40F55-9CF1-4C7F-A464-FC51413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600" y="5892800"/>
            <a:ext cx="30607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接待旁设置等候位置，保持通往洗手点的路径清楚，并在共享通道旁安排小组活动。</a:t>
            </a:r>
          </a:p>
        </p:txBody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8C2C361-1335-4EE9-9878-1C95DDC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首层：到达、接待、学习与餐饮。</a:t>
            </a:r>
          </a:p>
        </p:txBody>
      </p:sp>
    </p:spTree>
    <p:extLst>
      <p:ext uri="{BB962C8B-B14F-4D97-AF65-F5344CB8AC3E}">
        <p14:creationId xmlns:p14="http://schemas.microsoft.com/office/powerpoint/2010/main" val="15704985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E987E9B7-3F16-4CF9-99B8-E37C3E79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EB5531D3-C356-49DA-BC7E-180B329F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5DBB6BCE-2FCF-44C5-813E-594AB06E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A239-0FE8-46CD-AC24-197F084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32E48EA1-8372-4B8D-8D93-7799F1F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05 / 二层：教学与邻近支持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6B5D90-DD08-4794-90A4-340AC73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6172881C-21E9-4D91-8BE4-D9A76ED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0AAFDDB6-1800-4B81-A92C-6FD7EB57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6C2CB-69B2-4866-A6F9-D881E59C3D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f6454d1cc4fff"/>
          <a:stretch xmlns:a="http://schemas.openxmlformats.org/drawingml/2006/main"/>
        </p:blipFill>
        <p:spPr>
          <a:xfrm xmlns:a="http://schemas.openxmlformats.org/drawingml/2006/main">
            <a:off x="1002580" y="1283304"/>
            <a:ext cx="5132240" cy="5345491"/>
          </a:xfrm>
          <a:prstGeom xmlns:a="http://schemas.openxmlformats.org/drawingml/2006/main" prst="rect">
            <a:avLst/>
          </a:prstGeom>
        </p:spPr>
      </p:pic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9B0225A7-A572-4DF3-88D1-528FD8F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422400"/>
            <a:ext cx="696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504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2031069-22D1-4FCF-9645-9C000C2B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600" y="2184400"/>
            <a:ext cx="303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5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把成人支持放进学习网络。</a:t>
            </a:r>
          </a:p>
        </p:txBody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DF2D546E-D295-4EEF-A557-322F4DA1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58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6ECA2D0-D18A-498B-91AB-A124FFAC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258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多功能教室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7278AB71-A658-425C-B060-0A23619D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06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D4F577F-E7ED-45E8-997C-9DB9A5D0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306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休息、咨询与支持</a:t>
            </a:r>
          </a:p>
        </p:txBody>
      </p:sp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75C3F1D7-E0C6-4DB0-BBA0-D21CBCEC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354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38F23EC-FC37-4979-A501-4081359F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354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连接体中的办公室</a:t>
            </a:r>
          </a:p>
        </p:txBody>
      </p:sp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9C22B253-2079-4BD7-8F08-18749139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02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E408593-6123-4AE7-989E-16FE482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02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厕所</a:t>
            </a:r>
          </a:p>
        </p:txBody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3B93CD06-72A9-43F9-8150-28217BD7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450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75FD36F-D834-4502-B8D5-5BC7E1EE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450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餐饮后勤翼部</a:t>
            </a:r>
          </a:p>
        </p:txBody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0A9A332E-F27D-47D1-9F99-31A4D5A7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98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BB43887-90F2-4920-984A-64B9C88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49800"/>
            <a:ext cx="262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活动与通行节点</a:t>
            </a:r>
          </a:p>
        </p:txBody>
      </p:sp>
      <p:sp>
        <p:nvSpPr>
          <p:cNvPr id="2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33F5A37-99BC-44D5-8D04-8676202B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600" y="5892800"/>
            <a:ext cx="30607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支持空间旁设置安静等候，可移动家具帮助共享教室容纳不同活动。</a:t>
            </a:r>
          </a:p>
        </p:txBody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2E18746-5996-4AB0-B234-C86D8EAE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二层：教学空间与教师办公、照护设施相联系。</a:t>
            </a:r>
          </a:p>
        </p:txBody>
      </p:sp>
    </p:spTree>
    <p:extLst>
      <p:ext uri="{BB962C8B-B14F-4D97-AF65-F5344CB8AC3E}">
        <p14:creationId xmlns:p14="http://schemas.microsoft.com/office/powerpoint/2010/main" val="13731077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abel">
            <a:extLst xmlns:a="http://schemas.openxmlformats.org/drawingml/2006/main">
              <a:ext uri="{FF2B5EF4-FFF2-40B4-BE49-F238E27FC236}">
                <a16:creationId xmlns:a16="http://schemas.microsoft.com/office/drawing/2014/main" id="{DB2544C7-DEA6-4F5C-B487-C6A17B3B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F4CCBB7B-56A7-4F32-BBF6-65BAC0EE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13B49DBB-59B5-4179-AC90-2AA246F2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8984C-E04D-42C8-B7BB-7FC3D4D7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175E443B-B646-4F6B-B69D-8B57650B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06 / 上部楼层：延续与变化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161D5-3F7F-4BDA-9AB6-A966962A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7ABCE045-33E6-48FE-8C3E-B78A735E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737F9A77-3357-4564-B48E-EE253FE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EDB7F04B-C80F-46AE-8253-C3220B4C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22400"/>
            <a:ext cx="4456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E36391D7-30B3-44AC-8AA9-8000E994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1422400"/>
            <a:ext cx="44563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8FA95-120F-4C1B-9648-AF336A7C2E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a2640f10e4d0a"/>
          <a:stretch xmlns:a="http://schemas.openxmlformats.org/drawingml/2006/main"/>
        </p:blipFill>
        <p:spPr>
          <a:xfrm xmlns:a="http://schemas.openxmlformats.org/drawingml/2006/main">
            <a:off x="795507" y="1917731"/>
            <a:ext cx="4035087" cy="4203639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EC651-3D78-4EDF-9611-BF3CF75B27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f83f1acde41d1"/>
          <a:stretch xmlns:a="http://schemas.openxmlformats.org/drawingml/2006/main"/>
        </p:blipFill>
        <p:spPr>
          <a:xfrm xmlns:a="http://schemas.openxmlformats.org/drawingml/2006/main">
            <a:off x="5888207" y="1917731"/>
            <a:ext cx="4035087" cy="4203639"/>
          </a:xfrm>
          <a:prstGeom xmlns:a="http://schemas.openxmlformats.org/drawingml/2006/main" prst="rect">
            <a:avLst/>
          </a:prstGeom>
        </p:spPr>
      </p:pic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A5B63CE-AD57-4041-BB86-66E960C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223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01 教学 / 02 支持 / 03 办公 / 04 厕所</a:t>
            </a:r>
          </a:p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10 较低翼部中的会议与活动房间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92149C4-BB37-407E-931C-D4ACD6BF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6223000"/>
            <a:ext cx="471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主要翼部延续教学与支持功能。</a:t>
            </a:r>
          </a:p>
          <a:p xmlns:a="http://schemas.openxmlformats.org/drawingml/2006/main">
            <a:pPr>
              <a:buNone/>
              <a:def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较低翼部在本层显示为屋面。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FF2DF6F-5E89-4737-A284-CD01D7C7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三层与四层：教学、共享活动与较低翼部的屋面。</a:t>
            </a:r>
          </a:p>
        </p:txBody>
      </p:sp>
    </p:spTree>
    <p:extLst>
      <p:ext uri="{BB962C8B-B14F-4D97-AF65-F5344CB8AC3E}">
        <p14:creationId xmlns:p14="http://schemas.microsoft.com/office/powerpoint/2010/main" val="20014102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Label">
            <a:extLst xmlns:a="http://schemas.openxmlformats.org/drawingml/2006/main">
              <a:ext uri="{FF2B5EF4-FFF2-40B4-BE49-F238E27FC236}">
                <a16:creationId xmlns:a16="http://schemas.microsoft.com/office/drawing/2014/main" id="{86091AB1-AD1F-4DCD-8272-84DEA048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0843EAC8-1669-4A45-B6A3-139FC5EF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3A8ECD74-F21F-4397-A366-C0C252A3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8BCB7-7D1B-4637-9CC8-788803A5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73B1DCB6-D874-4A45-9D36-B071725A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2339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07 / 让短距离通行更顺畅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A4A49-F298-46AE-86FE-472D4715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2B8EC84D-7846-4AAD-B9C6-140A2629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19DA2C7D-DDB2-4AA1-82DC-0B9E500C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AD4CA-01CC-41EC-8387-F1BEA04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4200"/>
            <a:ext cx="5537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4EC05-FB94-4FFE-B92F-90ED390F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7400"/>
            <a:ext cx="5537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D58D-474D-4F94-AB44-1A626FF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700" y="2400300"/>
            <a:ext cx="622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C8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CC1F73-2BCA-42A7-8C65-FE0D46E1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7400"/>
            <a:ext cx="1206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94A55-DE46-4887-AC2D-73E35F6D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2298700" cy="147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AF1F53C0-709D-4E05-820C-8953AE70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2374900"/>
            <a:ext cx="58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教学翼部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A8B5F7A4-45C2-4E36-A2F1-3DC05FC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2200" y="5181600"/>
            <a:ext cx="58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教学翼部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73BD973-C4E0-407D-B0C1-EF685BA8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588000"/>
            <a:ext cx="11684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共享</a:t>
            </a:r>
          </a:p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9C6CC5FD-E4CC-4003-BE82-4A913F84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3530600"/>
            <a:ext cx="330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庭院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20E72-F712-49F2-B41F-9B2E3E3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900" y="2209800"/>
            <a:ext cx="2971800" cy="2781300"/>
          </a:xfrm>
          <a:custGeom xmlns:a="http://schemas.openxmlformats.org/drawingml/2006/main">
            <a:pathLst>
              <a:path w="2971800" h="2781300">
                <a:moveTo>
                  <a:pt x="2971800" y="0"/>
                </a:moveTo>
                <a:lnTo>
                  <a:pt x="0" y="0"/>
                </a:lnTo>
                <a:lnTo>
                  <a:pt x="0" y="2781300"/>
                </a:lnTo>
                <a:lnTo>
                  <a:pt x="2921000" y="2781300"/>
                </a:lnTo>
              </a:path>
            </a:pathLst>
          </a:custGeom>
          <a:noFill xmlns:a="http://schemas.openxmlformats.org/drawingml/2006/main"/>
          <a:ln xmlns:a="http://schemas.openxmlformats.org/drawingml/2006/main" w="29210">
            <a:solidFill>
              <a:srgbClr val="345A60"/>
            </a:solidFill>
            <a:prstDash val="dash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46333B-F1D3-4BC6-95FC-A1E96D5D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57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abel">
            <a:extLst xmlns:a="http://schemas.openxmlformats.org/drawingml/2006/main">
              <a:ext uri="{FF2B5EF4-FFF2-40B4-BE49-F238E27FC236}">
                <a16:creationId xmlns:a16="http://schemas.microsoft.com/office/drawing/2014/main" id="{A21FDD5B-96A5-4DD4-B9BB-F0D41A38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2146300"/>
            <a:ext cx="21287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2C328-06FE-4A30-8A92-5B886525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38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abel">
            <a:extLst xmlns:a="http://schemas.openxmlformats.org/drawingml/2006/main">
              <a:ext uri="{FF2B5EF4-FFF2-40B4-BE49-F238E27FC236}">
                <a16:creationId xmlns:a16="http://schemas.microsoft.com/office/drawing/2014/main" id="{4E1C3F03-1CD5-4D7A-A93D-3B15A9EE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100" y="4927600"/>
            <a:ext cx="21287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548E33-0008-4C41-BE9F-478493BA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340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bel">
            <a:extLst xmlns:a="http://schemas.openxmlformats.org/drawingml/2006/main">
              <a:ext uri="{FF2B5EF4-FFF2-40B4-BE49-F238E27FC236}">
                <a16:creationId xmlns:a16="http://schemas.microsoft.com/office/drawing/2014/main" id="{3B48C50D-F647-48CD-83EE-797B119C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29000"/>
            <a:ext cx="1716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E32A1-C21D-4DF9-8E0F-38327402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81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bel">
            <a:extLst xmlns:a="http://schemas.openxmlformats.org/drawingml/2006/main">
              <a:ext uri="{FF2B5EF4-FFF2-40B4-BE49-F238E27FC236}">
                <a16:creationId xmlns:a16="http://schemas.microsoft.com/office/drawing/2014/main" id="{12BB83C1-7F0C-424D-9169-319FC202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4470400"/>
            <a:ext cx="1525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82954-B016-4AB4-B630-DD37A94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7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bel">
            <a:extLst xmlns:a="http://schemas.openxmlformats.org/drawingml/2006/main">
              <a:ext uri="{FF2B5EF4-FFF2-40B4-BE49-F238E27FC236}">
                <a16:creationId xmlns:a16="http://schemas.microsoft.com/office/drawing/2014/main" id="{91D1811D-0C4E-476D-A6CF-D572F2C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100" y="2806700"/>
            <a:ext cx="15259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D4E460E-1D8A-49A3-A3C7-217AD49C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" y="6565900"/>
            <a:ext cx="568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0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日常路径中的照顾与活动</a:t>
            </a:r>
          </a:p>
        </p:txBody>
      </p:sp>
      <p:sp>
        <p:nvSpPr>
          <p:cNvPr id="3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2257D0A-2937-45D7-85DA-222A597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1600200"/>
            <a:ext cx="32639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近处有选择，短课间才好用。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3A677-710C-4AD6-9728-0C89CA2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700" y="32385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abel">
            <a:extLst xmlns:a="http://schemas.openxmlformats.org/drawingml/2006/main">
              <a:ext uri="{FF2B5EF4-FFF2-40B4-BE49-F238E27FC236}">
                <a16:creationId xmlns:a16="http://schemas.microsoft.com/office/drawing/2014/main" id="{04A7B3D2-614F-4D5E-9D1B-C9CD4F38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14700"/>
            <a:ext cx="19920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33" name="Label">
            <a:extLst xmlns:a="http://schemas.openxmlformats.org/drawingml/2006/main">
              <a:ext uri="{FF2B5EF4-FFF2-40B4-BE49-F238E27FC236}">
                <a16:creationId xmlns:a16="http://schemas.microsoft.com/office/drawing/2014/main" id="{6223A4DE-6AD0-411B-BB5D-CBD861DC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238500"/>
            <a:ext cx="6794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洗手与厕所</a:t>
            </a:r>
          </a:p>
        </p:txBody>
      </p:sp>
      <p:sp>
        <p:nvSpPr>
          <p:cNvPr id="3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3B6562C-0F61-4090-8851-02AEAD51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543300"/>
            <a:ext cx="28067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与教学和活动建立清楚联系。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354474-70F1-4F07-9B15-F1091610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700" y="43180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A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abel">
            <a:extLst xmlns:a="http://schemas.openxmlformats.org/drawingml/2006/main">
              <a:ext uri="{FF2B5EF4-FFF2-40B4-BE49-F238E27FC236}">
                <a16:creationId xmlns:a16="http://schemas.microsoft.com/office/drawing/2014/main" id="{1DFB01AD-2DC3-4301-A89F-197AA900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94200"/>
            <a:ext cx="16214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37" name="Label">
            <a:extLst xmlns:a="http://schemas.openxmlformats.org/drawingml/2006/main">
              <a:ext uri="{FF2B5EF4-FFF2-40B4-BE49-F238E27FC236}">
                <a16:creationId xmlns:a16="http://schemas.microsoft.com/office/drawing/2014/main" id="{8D99B30B-DA53-48F5-8A39-7D89FE06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4318000"/>
            <a:ext cx="558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成人支持</a:t>
            </a:r>
          </a:p>
        </p:txBody>
      </p:sp>
      <p:sp>
        <p:nvSpPr>
          <p:cNvPr id="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CE48008-8D26-487B-9F1C-EA613E17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4622800"/>
            <a:ext cx="28067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日常路线旁，容易找到的联系人。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784FA5-7222-4D41-A0BE-12464766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7700" y="5397500"/>
            <a:ext cx="279400" cy="279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abel">
            <a:extLst xmlns:a="http://schemas.openxmlformats.org/drawingml/2006/main">
              <a:ext uri="{FF2B5EF4-FFF2-40B4-BE49-F238E27FC236}">
                <a16:creationId xmlns:a16="http://schemas.microsoft.com/office/drawing/2014/main" id="{D5CBA10F-E2F1-407D-AA06-6C07F3F0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73700"/>
            <a:ext cx="144959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41" name="Label">
            <a:extLst xmlns:a="http://schemas.openxmlformats.org/drawingml/2006/main">
              <a:ext uri="{FF2B5EF4-FFF2-40B4-BE49-F238E27FC236}">
                <a16:creationId xmlns:a16="http://schemas.microsoft.com/office/drawing/2014/main" id="{3671320A-09A2-4443-B090-732FD096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5397500"/>
            <a:ext cx="558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小组场所</a:t>
            </a:r>
          </a:p>
        </p:txBody>
      </p:sp>
      <p:sp>
        <p:nvSpPr>
          <p:cNvPr id="4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B47C4C0-A5A8-4ACF-A078-44BD4684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5702300"/>
            <a:ext cx="28067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避开主要通行带的座位与桌面。</a:t>
            </a:r>
          </a:p>
        </p:txBody>
      </p:sp>
      <p:sp>
        <p:nvSpPr>
          <p:cNvPr id="4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8BD910C-896B-42D5-9353-10F84CBD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洗手、成人支持和小组活动邻近教学区域与共享通道。</a:t>
            </a:r>
          </a:p>
        </p:txBody>
      </p:sp>
    </p:spTree>
    <p:extLst>
      <p:ext uri="{BB962C8B-B14F-4D97-AF65-F5344CB8AC3E}">
        <p14:creationId xmlns:p14="http://schemas.microsoft.com/office/powerpoint/2010/main" val="1632745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el">
            <a:extLst xmlns:a="http://schemas.openxmlformats.org/drawingml/2006/main">
              <a:ext uri="{FF2B5EF4-FFF2-40B4-BE49-F238E27FC236}">
                <a16:creationId xmlns:a16="http://schemas.microsoft.com/office/drawing/2014/main" id="{3B6EDEDB-5B20-4DCC-A9D7-E44953D2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F0402480-9697-47F2-B8AC-EC8F759D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56914747-B7C8-4558-807D-FCBB234C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FC802-85C0-4A9E-ABFC-40D92A7A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61DE5F07-CA27-4AB7-A4F6-81969C85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08 / 平静而统一的外部表达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A65A7-E405-40EA-8E13-AFF1491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B28D6455-8C65-44DF-8164-0CCC4C3D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02676A26-BAF1-43C6-B491-6B8C701A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54E272-3727-45E9-8373-A561496078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a0c61259a4501"/>
          <a:stretch xmlns:a="http://schemas.openxmlformats.org/drawingml/2006/main"/>
        </p:blipFill>
        <p:spPr>
          <a:xfrm xmlns:a="http://schemas.openxmlformats.org/drawingml/2006/main">
            <a:off x="716671" y="1473200"/>
            <a:ext cx="6542258" cy="236220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71C28-373F-48DB-8907-0B38037393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4269d8e5476a"/>
          <a:stretch xmlns:a="http://schemas.openxmlformats.org/drawingml/2006/main"/>
        </p:blipFill>
        <p:spPr>
          <a:xfrm xmlns:a="http://schemas.openxmlformats.org/drawingml/2006/main">
            <a:off x="474445" y="4437996"/>
            <a:ext cx="7026711" cy="1842809"/>
          </a:xfrm>
          <a:prstGeom xmlns:a="http://schemas.openxmlformats.org/drawingml/2006/main" prst="rect">
            <a:avLst/>
          </a:prstGeom>
        </p:spPr>
      </p:pic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DCC31336-6B50-44F8-9FC4-A6C6AF11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574800"/>
            <a:ext cx="93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重复开间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F0AC567-1614-4018-BA3F-476EAFB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1955800"/>
            <a:ext cx="237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稳定的节奏让长翼部具有清楚的秩序。</a:t>
            </a:r>
          </a:p>
        </p:txBody>
      </p:sp>
      <p:sp>
        <p:nvSpPr>
          <p:cNvPr id="13" name="Label">
            <a:extLst xmlns:a="http://schemas.openxmlformats.org/drawingml/2006/main">
              <a:ext uri="{FF2B5EF4-FFF2-40B4-BE49-F238E27FC236}">
                <a16:creationId xmlns:a16="http://schemas.microsoft.com/office/drawing/2014/main" id="{4B0972D8-1E4E-4BEF-8214-B00F54F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289300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有厚度的边界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F1069B8-8C20-4025-BEEF-7DD225C2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3670300"/>
            <a:ext cx="2373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开敞走廊与后退界面连接房间和共享场地。</a:t>
            </a:r>
          </a:p>
        </p:txBody>
      </p:sp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85231A93-2B56-4CDE-891F-2E79C269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965700"/>
            <a:ext cx="158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04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克制的材料组合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78B125D-AC99-49C7-8F9B-31D005A1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372100"/>
            <a:ext cx="23735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浅墙、灰瓦与暖色格栅共同形成清晰的建筑形象。</a:t>
            </a:r>
          </a:p>
        </p:txBody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4B497B4-038F-468C-A888-F491052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立面：坡屋顶、重复开间与有遮蔽的门前空间。</a:t>
            </a:r>
          </a:p>
        </p:txBody>
      </p:sp>
    </p:spTree>
    <p:extLst>
      <p:ext uri="{BB962C8B-B14F-4D97-AF65-F5344CB8AC3E}">
        <p14:creationId xmlns:p14="http://schemas.microsoft.com/office/powerpoint/2010/main" val="11409762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abel">
            <a:extLst xmlns:a="http://schemas.openxmlformats.org/drawingml/2006/main">
              <a:ext uri="{FF2B5EF4-FFF2-40B4-BE49-F238E27FC236}">
                <a16:creationId xmlns:a16="http://schemas.microsoft.com/office/drawing/2014/main" id="{838E3EEA-BD0D-4FB5-9F35-75084C7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D2350754-E20E-4BA8-91D5-122C775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BDCC431C-0F80-441B-B9E9-A6788517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81DD64-5EE9-4307-9E64-D6C48FCC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E2643992-6DC2-4667-A34E-20952E83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43515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09 / 剖面：房间、边界与开敞联系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A9667-540E-425E-B572-DCBE6C3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861BB96D-3D13-476E-804C-CEAFCF3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0E9F8B54-FAFE-4CFF-A763-E13FCEBF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CB7EC-1913-4DE3-813E-01701DD6ED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4bfeed8694c4a"/>
          <a:stretch xmlns:a="http://schemas.openxmlformats.org/drawingml/2006/main"/>
        </p:blipFill>
        <p:spPr>
          <a:xfrm xmlns:a="http://schemas.openxmlformats.org/drawingml/2006/main">
            <a:off x="458194" y="1906088"/>
            <a:ext cx="4874813" cy="2639424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B7990-934E-4A83-BCDC-7CD6A31CD1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f6906fd2b4f03"/>
          <a:stretch xmlns:a="http://schemas.openxmlformats.org/drawingml/2006/main"/>
        </p:blipFill>
        <p:spPr>
          <a:xfrm xmlns:a="http://schemas.openxmlformats.org/drawingml/2006/main">
            <a:off x="5854700" y="1615750"/>
            <a:ext cx="4330700" cy="320739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8F447-622D-493A-A088-4DD0B02D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2578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12" name="Label">
            <a:extLst xmlns:a="http://schemas.openxmlformats.org/drawingml/2006/main">
              <a:ext uri="{FF2B5EF4-FFF2-40B4-BE49-F238E27FC236}">
                <a16:creationId xmlns:a16="http://schemas.microsoft.com/office/drawing/2014/main" id="{FB76ED2E-7EFC-4CDA-AE2D-EF2EFF3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511800"/>
            <a:ext cx="920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较低的共享翼部</a:t>
            </a:r>
          </a:p>
        </p:txBody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B2667E5-AE48-4053-87E1-F0F745C3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842000"/>
            <a:ext cx="4648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三层使用空间联系餐饮与集体活动。剖面呈现入口、上部房间和坡屋顶之间的关系。</a:t>
            </a:r>
          </a:p>
        </p:txBody>
      </p:sp>
      <p:sp>
        <p:nvSpPr>
          <p:cNvPr id="14" name="Label">
            <a:extLst xmlns:a="http://schemas.openxmlformats.org/drawingml/2006/main">
              <a:ext uri="{FF2B5EF4-FFF2-40B4-BE49-F238E27FC236}">
                <a16:creationId xmlns:a16="http://schemas.microsoft.com/office/drawing/2014/main" id="{C1AD86B5-7052-496D-A95C-B76E8ED8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5511800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4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四层教学翼部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0BA69A7-A09D-4C7D-800B-F962ED46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00" y="5842000"/>
            <a:ext cx="47103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教学翼部通过连续的楼层、楼梯与共享通道，将各层房间联系起来。</a:t>
            </a:r>
          </a:p>
        </p:txBody>
      </p:sp>
      <p:sp>
        <p:nvSpPr>
          <p:cNvPr id="1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E4065C3-64D1-45B9-8857-F7C79A45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共享翼部与主要教学翼部的剖面。</a:t>
            </a:r>
          </a:p>
        </p:txBody>
      </p:sp>
    </p:spTree>
    <p:extLst>
      <p:ext uri="{BB962C8B-B14F-4D97-AF65-F5344CB8AC3E}">
        <p14:creationId xmlns:p14="http://schemas.microsoft.com/office/powerpoint/2010/main" val="18021927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Label">
            <a:extLst xmlns:a="http://schemas.openxmlformats.org/drawingml/2006/main">
              <a:ext uri="{FF2B5EF4-FFF2-40B4-BE49-F238E27FC236}">
                <a16:creationId xmlns:a16="http://schemas.microsoft.com/office/drawing/2014/main" id="{0F7AAE3D-D497-4036-B9AE-DCC42EE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F4CFE4E6-D625-405E-A584-CCBABBFB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F44CB77F-D61D-445A-BB66-FD5B88A5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48CF7-3993-4CC6-8971-4D8AB03D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14B75C3F-3BF2-470E-B7E1-1000BDA2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2339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10 / 庭院成为共同的场所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E78A9-BF00-4D76-8601-0C4C9F44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44CAC2C4-F62D-4DE5-B9D0-E5B48A3B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AD791B0D-AC20-46FB-9621-FDBDEEC1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CB6D9-D7A2-4117-B791-C85A72C891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d81ffdd994a93"/>
          <a:stretch xmlns:a="http://schemas.openxmlformats.org/drawingml/2006/main"/>
        </p:blipFill>
        <p:spPr>
          <a:xfrm xmlns:a="http://schemas.openxmlformats.org/drawingml/2006/main">
            <a:off x="3200400" y="1568223"/>
            <a:ext cx="7150100" cy="4851854"/>
          </a:xfrm>
          <a:prstGeom xmlns:a="http://schemas.openxmlformats.org/drawingml/2006/main" prst="rect">
            <a:avLst/>
          </a:prstGeom>
        </p:spPr>
      </p:pic>
      <p:sp>
        <p:nvSpPr>
          <p:cNvPr id="1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C827F7F-3AE0-4BE9-863E-965922FB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663700"/>
            <a:ext cx="2832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6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34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课与课之间的地方。</a:t>
            </a:r>
          </a:p>
        </p:txBody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98BCBDB-D1FC-4F54-9BC0-D1790F8A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035300"/>
            <a:ext cx="28321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相互连接的翼部围合出共同的户外空间。它的价值取决于孩子能否方便到达，以及边缘能够支持多少种活动。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658EC-3268-45A9-9922-1A630F86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787900"/>
            <a:ext cx="2387600" cy="953"/>
          </a:xfrm>
          <a:custGeom xmlns:a="http://schemas.openxmlformats.org/drawingml/2006/main">
            <a:pathLst>
              <a:path w="2387600" h="953">
                <a:moveTo>
                  <a:pt x="0" y="0"/>
                </a:moveTo>
                <a:lnTo>
                  <a:pt x="2387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345A60"/>
            </a:solidFill>
            <a:prstDash val="solid"/>
          </a:ln>
        </p:spPr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CD831BB8-4C44-4A6A-8E67-60512DA3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067300"/>
            <a:ext cx="27178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庭院活动</a:t>
            </a:r>
          </a:p>
          <a:p xmlns:a="http://schemas.openxmlformats.org/drawingml/2006/main">
            <a:pPr>
              <a:buNone/>
              <a:def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安静边缘 / 小组桌椅 / 开敞中心 / 邻近成人支持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1C6D7D17-9F4E-41D2-82FA-E9BBA6C2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庭院透视：相连的建筑翼部围合共享户外场所。</a:t>
            </a:r>
          </a:p>
        </p:txBody>
      </p:sp>
    </p:spTree>
    <p:extLst>
      <p:ext uri="{BB962C8B-B14F-4D97-AF65-F5344CB8AC3E}">
        <p14:creationId xmlns:p14="http://schemas.microsoft.com/office/powerpoint/2010/main" val="18524778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Label">
            <a:extLst xmlns:a="http://schemas.openxmlformats.org/drawingml/2006/main">
              <a:ext uri="{FF2B5EF4-FFF2-40B4-BE49-F238E27FC236}">
                <a16:creationId xmlns:a16="http://schemas.microsoft.com/office/drawing/2014/main" id="{4F510170-64DC-444B-8070-BB5E0E31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4871D5A5-F0F1-4289-99B4-C64D93F7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32E6F9DF-C80E-4373-B82A-25961CD0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D6885-A121-4688-8489-9CF8166F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0CA52F88-FF43-4061-8861-77117F16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35133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11 / 材料、节奏与人的尺度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EDD56-D286-47B8-8860-14BAA8AC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5F7F66BF-59BA-40C9-8713-53F5547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7DE154DC-8CD1-4714-9B2E-BE14B6C5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93450-8D2C-4425-9031-BA7066F23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6aa486b1a4717"/>
          <a:stretch xmlns:a="http://schemas.openxmlformats.org/drawingml/2006/main"/>
        </p:blipFill>
        <p:spPr>
          <a:xfrm xmlns:a="http://schemas.openxmlformats.org/drawingml/2006/main">
            <a:off x="483902" y="1442681"/>
            <a:ext cx="9725597" cy="388373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30FE8-1366-41BE-8B71-E188A2C8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562600"/>
            <a:ext cx="368300" cy="36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D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47734A6-F87A-47F8-9D08-6DE66E1C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575300"/>
            <a:ext cx="190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浅色墙面</a:t>
            </a:r>
          </a:p>
        </p:txBody>
      </p:sp>
      <p:sp>
        <p:nvSpPr>
          <p:cNvPr id="1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96EACB26-2510-497F-B24E-914A91B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134100"/>
            <a:ext cx="23114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明亮、平静的背景。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89C51-6DB1-4061-87EA-B5517108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5562600"/>
            <a:ext cx="368300" cy="36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8A90ED3-5F4F-4DFF-B8F1-DA9D75FA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400" y="5575300"/>
            <a:ext cx="190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灰色屋面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196C341-31AC-45A5-9958-A180BFBF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100" y="6134100"/>
            <a:ext cx="23114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连贯的屋顶轮廓。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7ABEF3-ADFB-4721-846A-EDD300A0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562600"/>
            <a:ext cx="368300" cy="36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9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1A7EDA5-167F-4BFE-AE18-17057B3C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5575300"/>
            <a:ext cx="19050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暖色竖向格栅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ED9BBEB-8BB4-416E-A627-FF8790BA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6134100"/>
            <a:ext cx="23114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近距离可感知的节奏。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F8F1C-E988-4994-843D-AAEA10F7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5562600"/>
            <a:ext cx="368300" cy="36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AD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13174C0-0825-4A09-AB33-A44B00D9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5575300"/>
            <a:ext cx="18782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克制的景观</a:t>
            </a:r>
          </a:p>
        </p:txBody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F122F13E-EC8F-439A-A84C-FD245D97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6134100"/>
            <a:ext cx="2311400" cy="24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便于维护的简单边界。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74054F7-6188-44F4-8866-B1864302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浅色墙面、灰色屋顶、竖向格栅与绿化共同构成校园形象。</a:t>
            </a:r>
          </a:p>
        </p:txBody>
      </p:sp>
    </p:spTree>
    <p:extLst>
      <p:ext uri="{BB962C8B-B14F-4D97-AF65-F5344CB8AC3E}">
        <p14:creationId xmlns:p14="http://schemas.microsoft.com/office/powerpoint/2010/main" val="19277283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Label">
            <a:extLst xmlns:a="http://schemas.openxmlformats.org/drawingml/2006/main">
              <a:ext uri="{FF2B5EF4-FFF2-40B4-BE49-F238E27FC236}">
                <a16:creationId xmlns:a16="http://schemas.microsoft.com/office/drawing/2014/main" id="{6A520467-E61C-4E3D-882E-824B734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92100"/>
            <a:ext cx="762992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96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KUZHI YUCAI</a:t>
            </a:r>
          </a:p>
        </p:txBody>
      </p:sp>
      <p:sp>
        <p:nvSpPr>
          <p:cNvPr id="2" name="Label">
            <a:extLst xmlns:a="http://schemas.openxmlformats.org/drawingml/2006/main">
              <a:ext uri="{FF2B5EF4-FFF2-40B4-BE49-F238E27FC236}">
                <a16:creationId xmlns:a16="http://schemas.microsoft.com/office/drawing/2014/main" id="{CD562B20-F761-478E-BECC-4E2AA6B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900" y="292100"/>
            <a:ext cx="777091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中国 · 湖南 · 桂阳</a:t>
            </a:r>
          </a:p>
        </p:txBody>
      </p:sp>
      <p:sp>
        <p:nvSpPr>
          <p:cNvPr id="3" name="Label">
            <a:extLst xmlns:a="http://schemas.openxmlformats.org/drawingml/2006/main">
              <a:ext uri="{FF2B5EF4-FFF2-40B4-BE49-F238E27FC236}">
                <a16:creationId xmlns:a16="http://schemas.microsoft.com/office/drawing/2014/main" id="{37CBC4B3-778B-4770-AFE3-02607B23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292100"/>
            <a:ext cx="53975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设计作品集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1E820-3792-42E4-9C74-948B52C9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461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5" name="Label">
            <a:extLst xmlns:a="http://schemas.openxmlformats.org/drawingml/2006/main">
              <a:ext uri="{FF2B5EF4-FFF2-40B4-BE49-F238E27FC236}">
                <a16:creationId xmlns:a16="http://schemas.microsoft.com/office/drawing/2014/main" id="{D56043FE-CB77-4008-B238-5FADAB91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87400"/>
            <a:ext cx="2675111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12 / 让校园持续运转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3FF70-94AE-4042-B15E-C6503E2A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04850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7" name="Label">
            <a:extLst xmlns:a="http://schemas.openxmlformats.org/drawingml/2006/main">
              <a:ext uri="{FF2B5EF4-FFF2-40B4-BE49-F238E27FC236}">
                <a16:creationId xmlns:a16="http://schemas.microsoft.com/office/drawing/2014/main" id="{C187C4AB-7598-4B4C-A67C-FE35224B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7213600"/>
            <a:ext cx="910590" cy="139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876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日常照顾与空间选择</a:t>
            </a:r>
          </a:p>
        </p:txBody>
      </p:sp>
      <p:sp>
        <p:nvSpPr>
          <p:cNvPr id="8" name="Label">
            <a:extLst xmlns:a="http://schemas.openxmlformats.org/drawingml/2006/main">
              <a:ext uri="{FF2B5EF4-FFF2-40B4-BE49-F238E27FC236}">
                <a16:creationId xmlns:a16="http://schemas.microsoft.com/office/drawing/2014/main" id="{48BFA0EB-503E-42F7-9EC0-66673434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7175500"/>
            <a:ext cx="232842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9" name="Label">
            <a:extLst xmlns:a="http://schemas.openxmlformats.org/drawingml/2006/main">
              <a:ext uri="{FF2B5EF4-FFF2-40B4-BE49-F238E27FC236}">
                <a16:creationId xmlns:a16="http://schemas.microsoft.com/office/drawing/2014/main" id="{DA084A25-E09A-4E59-9217-4E29EAED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481582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10" name="Label">
            <a:extLst xmlns:a="http://schemas.openxmlformats.org/drawingml/2006/main">
              <a:ext uri="{FF2B5EF4-FFF2-40B4-BE49-F238E27FC236}">
                <a16:creationId xmlns:a16="http://schemas.microsoft.com/office/drawing/2014/main" id="{751981C9-CD0A-4C3D-85EE-AF206E5B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1481582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空间行动</a:t>
            </a:r>
          </a:p>
        </p:txBody>
      </p:sp>
      <p:sp>
        <p:nvSpPr>
          <p:cNvPr id="11" name="Label">
            <a:extLst xmlns:a="http://schemas.openxmlformats.org/drawingml/2006/main">
              <a:ext uri="{FF2B5EF4-FFF2-40B4-BE49-F238E27FC236}">
                <a16:creationId xmlns:a16="http://schemas.microsoft.com/office/drawing/2014/main" id="{08D22B43-9B9E-4254-AAA4-72810547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1582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运行安排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BA263-E3B1-40D8-B91C-70EAF148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72593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345A60"/>
            </a:solidFill>
            <a:prstDash val="solid"/>
          </a:ln>
        </p:spPr>
      </p:sp>
      <p:sp>
        <p:nvSpPr>
          <p:cNvPr id="1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07A994B6-91AF-4CC0-8C04-67182AE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1913890"/>
            <a:ext cx="213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日常必需</a:t>
            </a:r>
          </a:p>
        </p:txBody>
      </p:sp>
      <p:sp>
        <p:nvSpPr>
          <p:cNvPr id="1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9F6E526-DA04-46E5-AFC0-15253C2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1913890"/>
            <a:ext cx="32639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厕所、洗手和地面修补。</a:t>
            </a:r>
          </a:p>
        </p:txBody>
      </p:sp>
      <p:sp>
        <p:nvSpPr>
          <p:cNvPr id="1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5B9E911-3F80-481C-B09E-645F1E9F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13890"/>
            <a:ext cx="396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明确检查、清洁和修补责任。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9BB9E-EB96-4DB6-B46D-97535616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477770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1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8B2474E-F50B-41E3-BF57-B8010911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2590546"/>
            <a:ext cx="213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短课间的选择</a:t>
            </a:r>
          </a:p>
        </p:txBody>
      </p:sp>
      <p:sp>
        <p:nvSpPr>
          <p:cNvPr id="1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D053DF0-AB46-4847-AD3A-C9964999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2590546"/>
            <a:ext cx="32639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座位、可移动桌面和方便的储物。</a:t>
            </a:r>
          </a:p>
        </p:txBody>
      </p:sp>
      <p:sp>
        <p:nvSpPr>
          <p:cNvPr id="1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4B5347A-FA1A-4290-A38C-24066D1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546"/>
            <a:ext cx="396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约定儿童使用的时间和方式。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00C79-30D6-43AF-861C-A3F24A7C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154426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2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E705FC1A-277B-4A1C-B82A-38C17E56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267202"/>
            <a:ext cx="213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邻近的支持</a:t>
            </a:r>
          </a:p>
        </p:txBody>
      </p:sp>
      <p:sp>
        <p:nvSpPr>
          <p:cNvPr id="2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ADE9145D-3456-47BC-A512-FF6D1866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267202"/>
            <a:ext cx="32639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靠近工作人员的等候与私下交流。</a:t>
            </a:r>
          </a:p>
        </p:txBody>
      </p:sp>
      <p:sp>
        <p:nvSpPr>
          <p:cNvPr id="2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C001061-E7A2-4F66-8029-F5A476DC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202"/>
            <a:ext cx="396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明确联系人和外部帮助的联系办法。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E5AB9-9CCE-49AE-A48F-61B2BD37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831082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2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276DFB3-4E86-4F2B-AA84-231FD84E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3943858"/>
            <a:ext cx="213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共享活动</a:t>
            </a:r>
          </a:p>
        </p:txBody>
      </p:sp>
      <p:sp>
        <p:nvSpPr>
          <p:cNvPr id="2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4DE5AA57-7FE0-4B8D-9475-55C472B1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3943858"/>
            <a:ext cx="32639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可调整的房间与庭院边缘。</a:t>
            </a:r>
          </a:p>
        </p:txBody>
      </p:sp>
      <p:sp>
        <p:nvSpPr>
          <p:cNvPr id="2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78203A6E-258C-4E2D-BF62-D9036E05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858"/>
            <a:ext cx="396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将每周活动与可到场教师匹配。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2A26FB-1448-493F-B566-BA57E0D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507738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2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AE0E6E5-F027-4AD3-8CC0-C3A07BAF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4620514"/>
            <a:ext cx="2133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长期校园</a:t>
            </a:r>
          </a:p>
        </p:txBody>
      </p:sp>
      <p:sp>
        <p:nvSpPr>
          <p:cNvPr id="3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1AC73A9-4633-4574-831E-0DBBE30C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4000" y="4620514"/>
            <a:ext cx="32639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协调翼部、场地与后勤进入。</a:t>
            </a:r>
          </a:p>
        </p:txBody>
      </p:sp>
      <p:sp>
        <p:nvSpPr>
          <p:cNvPr id="3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84ABEE9-2E41-4982-96F4-75C440D8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0514"/>
            <a:ext cx="396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7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把维护与持续资源和建设一起考虑。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EAD429-F8C9-4919-B3DA-1173264B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5184394"/>
            <a:ext cx="9728200" cy="953"/>
          </a:xfrm>
          <a:custGeom xmlns:a="http://schemas.openxmlformats.org/drawingml/2006/main">
            <a:pathLst>
              <a:path w="9728200" h="953">
                <a:moveTo>
                  <a:pt x="0" y="0"/>
                </a:moveTo>
                <a:lnTo>
                  <a:pt x="972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985">
            <a:solidFill>
              <a:srgbClr val="CCD1C7"/>
            </a:solidFill>
            <a:prstDash val="solid"/>
          </a:ln>
        </p:spPr>
      </p:sp>
      <p:sp>
        <p:nvSpPr>
          <p:cNvPr id="3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1F09B9D-A198-4692-B39B-21A4BFA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" y="6781800"/>
            <a:ext cx="9779000" cy="1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defR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5736D"/>
                </a:solidFill>
                <a:latin typeface="Microsoft YaHei"/>
                <a:ea typeface="Microsoft YaHei"/>
                <a:cs typeface="Microsoft YaHei"/>
              </a:rPr>
              <a:t>通过使用观察与师生交流，持续调整空间的日常安排。</a:t>
            </a:r>
          </a:p>
        </p:txBody>
      </p:sp>
      <p:sp>
        <p:nvSpPr>
          <p:cNvPr id="34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290D9C19-9D09-4CF1-8164-7DC23267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388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5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82538D5C-C103-494A-A4E2-0E59F1D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56388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先改善日常使用</a:t>
            </a:r>
          </a:p>
        </p:txBody>
      </p:sp>
      <p:sp>
        <p:nvSpPr>
          <p:cNvPr id="36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6DEBC457-962A-45DF-A8B4-0CC23A92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59182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洗手、地面、座位、等候与简便储物。</a:t>
            </a:r>
          </a:p>
        </p:txBody>
      </p:sp>
      <p:sp>
        <p:nvSpPr>
          <p:cNvPr id="37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DFC71D2-4AE5-420B-A649-9DB8A6ED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56388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3BAB9721-0AE2-4695-89F9-1FE411F9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6388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建立稳定活动</a:t>
            </a:r>
          </a:p>
        </p:txBody>
      </p:sp>
      <p:sp>
        <p:nvSpPr>
          <p:cNvPr id="39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52637276-0BDA-4AA0-8AEF-3BED0351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700" y="59182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把灵活房间与人员、每周安排对应。</a:t>
            </a:r>
          </a:p>
        </p:txBody>
      </p:sp>
      <p:sp>
        <p:nvSpPr>
          <p:cNvPr id="40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70F4D8B-6D08-408B-893D-CB357404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7400" y="5638800"/>
            <a:ext cx="36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EF22680-73C9-42C2-8741-4C19BF6E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6388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45A60"/>
                </a:solidFill>
                <a:latin typeface="Microsoft YaHei"/>
                <a:ea typeface="Microsoft YaHei"/>
                <a:cs typeface="Microsoft YaHei"/>
              </a:rPr>
              <a:t>形成完整校园</a:t>
            </a:r>
          </a:p>
        </p:txBody>
      </p:sp>
      <p:sp>
        <p:nvSpPr>
          <p:cNvPr id="42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DF680489-FF3B-46CD-B955-ABB7C52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918200"/>
            <a:ext cx="2921000" cy="178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1105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协调建筑、景观、通行和维护。</a:t>
            </a:r>
          </a:p>
        </p:txBody>
      </p:sp>
      <p:sp>
        <p:nvSpPr>
          <p:cNvPr id="43" name="Editable paragraph">
            <a:extLst xmlns:a="http://schemas.openxmlformats.org/drawingml/2006/main">
              <a:ext uri="{FF2B5EF4-FFF2-40B4-BE49-F238E27FC236}">
                <a16:creationId xmlns:a16="http://schemas.microsoft.com/office/drawing/2014/main" id="{BFE9B043-0DFE-4D76-BEA9-C91FCD47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88100"/>
            <a:ext cx="9931400" cy="1569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buNone/>
              <a:def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defRPr>
              <a:lnSpc>
                <a:spcPts val="936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252D2C"/>
                </a:solidFill>
                <a:latin typeface="Microsoft YaHei"/>
                <a:ea typeface="Microsoft YaHei"/>
                <a:cs typeface="Microsoft YaHei"/>
              </a:rPr>
              <a:t>图10  日常改善、稳定活动与整体校园建设的实施顺序。</a:t>
            </a:r>
          </a:p>
        </p:txBody>
      </p:sp>
    </p:spTree>
    <p:extLst>
      <p:ext uri="{BB962C8B-B14F-4D97-AF65-F5344CB8AC3E}">
        <p14:creationId xmlns:p14="http://schemas.microsoft.com/office/powerpoint/2010/main" val="1971025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2026-10-12T02:03:48.5670000Z</dcterms:created>
  <dcterms:modified xsi:type="dcterms:W3CDTF">2026-10-12T02:03:48.5670000Z</dcterms:modified>
</coreProperties>
</file>